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notesMasterIdLst>
    <p:notesMasterId r:id="rId37"/>
  </p:notesMasterIdLst>
  <p:handoutMasterIdLst>
    <p:handoutMasterId r:id="rId38"/>
  </p:handoutMasterIdLst>
  <p:sldIdLst>
    <p:sldId id="256" r:id="rId2"/>
    <p:sldId id="260" r:id="rId3"/>
    <p:sldId id="258" r:id="rId4"/>
    <p:sldId id="259" r:id="rId5"/>
    <p:sldId id="261" r:id="rId6"/>
    <p:sldId id="262" r:id="rId7"/>
    <p:sldId id="296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325" r:id="rId17"/>
    <p:sldId id="271" r:id="rId18"/>
    <p:sldId id="273" r:id="rId19"/>
    <p:sldId id="275" r:id="rId20"/>
    <p:sldId id="277" r:id="rId21"/>
    <p:sldId id="279" r:id="rId22"/>
    <p:sldId id="281" r:id="rId23"/>
    <p:sldId id="283" r:id="rId24"/>
    <p:sldId id="287" r:id="rId25"/>
    <p:sldId id="289" r:id="rId26"/>
    <p:sldId id="291" r:id="rId27"/>
    <p:sldId id="293" r:id="rId28"/>
    <p:sldId id="299" r:id="rId29"/>
    <p:sldId id="310" r:id="rId30"/>
    <p:sldId id="311" r:id="rId31"/>
    <p:sldId id="312" r:id="rId32"/>
    <p:sldId id="314" r:id="rId33"/>
    <p:sldId id="316" r:id="rId34"/>
    <p:sldId id="318" r:id="rId35"/>
    <p:sldId id="284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5013" autoAdjust="0"/>
  </p:normalViewPr>
  <p:slideViewPr>
    <p:cSldViewPr snapToGrid="0">
      <p:cViewPr>
        <p:scale>
          <a:sx n="50" d="100"/>
          <a:sy n="50" d="100"/>
        </p:scale>
        <p:origin x="-106" y="5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uu._. Y" userId="19af577c7ce60c68" providerId="LiveId" clId="{AD5E2747-C619-4FBD-AC8D-64A39365E721}"/>
    <pc:docChg chg="undo redo custSel addSld modSld">
      <pc:chgData name="yuuu._. Y" userId="19af577c7ce60c68" providerId="LiveId" clId="{AD5E2747-C619-4FBD-AC8D-64A39365E721}" dt="2026-06-13T07:11:51.705" v="1076"/>
      <pc:docMkLst>
        <pc:docMk/>
      </pc:docMkLst>
      <pc:sldChg chg="modSp mod">
        <pc:chgData name="yuuu._. Y" userId="19af577c7ce60c68" providerId="LiveId" clId="{AD5E2747-C619-4FBD-AC8D-64A39365E721}" dt="2026-06-11T12:12:54.275" v="930" actId="2710"/>
        <pc:sldMkLst>
          <pc:docMk/>
          <pc:sldMk cId="1705690187" sldId="257"/>
        </pc:sldMkLst>
        <pc:spChg chg="mod">
          <ac:chgData name="yuuu._. Y" userId="19af577c7ce60c68" providerId="LiveId" clId="{AD5E2747-C619-4FBD-AC8D-64A39365E721}" dt="2026-06-11T11:44:33.023" v="365" actId="5793"/>
          <ac:spMkLst>
            <pc:docMk/>
            <pc:sldMk cId="1705690187" sldId="257"/>
            <ac:spMk id="2" creationId="{0DCA76A0-D8AF-4C17-D55F-6D3B36B049E5}"/>
          </ac:spMkLst>
        </pc:spChg>
        <pc:spChg chg="mod">
          <ac:chgData name="yuuu._. Y" userId="19af577c7ce60c68" providerId="LiveId" clId="{AD5E2747-C619-4FBD-AC8D-64A39365E721}" dt="2026-06-11T12:12:54.275" v="930" actId="2710"/>
          <ac:spMkLst>
            <pc:docMk/>
            <pc:sldMk cId="1705690187" sldId="257"/>
            <ac:spMk id="3" creationId="{A6610143-0A3C-C065-886D-E8BB9DA58A9B}"/>
          </ac:spMkLst>
        </pc:spChg>
      </pc:sldChg>
      <pc:sldChg chg="modSp mod">
        <pc:chgData name="yuuu._. Y" userId="19af577c7ce60c68" providerId="LiveId" clId="{AD5E2747-C619-4FBD-AC8D-64A39365E721}" dt="2026-06-11T11:44:35.668" v="366" actId="5793"/>
        <pc:sldMkLst>
          <pc:docMk/>
          <pc:sldMk cId="3708145019" sldId="258"/>
        </pc:sldMkLst>
        <pc:spChg chg="mod">
          <ac:chgData name="yuuu._. Y" userId="19af577c7ce60c68" providerId="LiveId" clId="{AD5E2747-C619-4FBD-AC8D-64A39365E721}" dt="2026-06-11T11:44:35.668" v="366" actId="5793"/>
          <ac:spMkLst>
            <pc:docMk/>
            <pc:sldMk cId="3708145019" sldId="258"/>
            <ac:spMk id="2" creationId="{F3BD193C-9C15-AA0D-4A40-49A16307BE83}"/>
          </ac:spMkLst>
        </pc:spChg>
        <pc:spChg chg="mod">
          <ac:chgData name="yuuu._. Y" userId="19af577c7ce60c68" providerId="LiveId" clId="{AD5E2747-C619-4FBD-AC8D-64A39365E721}" dt="2026-06-11T07:36:48.125" v="33" actId="12"/>
          <ac:spMkLst>
            <pc:docMk/>
            <pc:sldMk cId="3708145019" sldId="258"/>
            <ac:spMk id="3" creationId="{57AE1135-54CE-0E29-F3D9-B07E22AFD829}"/>
          </ac:spMkLst>
        </pc:spChg>
        <pc:picChg chg="mod">
          <ac:chgData name="yuuu._. Y" userId="19af577c7ce60c68" providerId="LiveId" clId="{AD5E2747-C619-4FBD-AC8D-64A39365E721}" dt="2026-06-11T07:36:54.256" v="36" actId="1076"/>
          <ac:picMkLst>
            <pc:docMk/>
            <pc:sldMk cId="3708145019" sldId="258"/>
            <ac:picMk id="5" creationId="{BBDE65D6-89D4-60C4-2FFC-564AC86F1E73}"/>
          </ac:picMkLst>
        </pc:picChg>
      </pc:sldChg>
      <pc:sldChg chg="addSp modSp mod">
        <pc:chgData name="yuuu._. Y" userId="19af577c7ce60c68" providerId="LiveId" clId="{AD5E2747-C619-4FBD-AC8D-64A39365E721}" dt="2026-06-11T12:40:24.434" v="931" actId="1076"/>
        <pc:sldMkLst>
          <pc:docMk/>
          <pc:sldMk cId="2406238398" sldId="259"/>
        </pc:sldMkLst>
        <pc:spChg chg="mod">
          <ac:chgData name="yuuu._. Y" userId="19af577c7ce60c68" providerId="LiveId" clId="{AD5E2747-C619-4FBD-AC8D-64A39365E721}" dt="2026-06-11T11:45:18.463" v="385" actId="1076"/>
          <ac:spMkLst>
            <pc:docMk/>
            <pc:sldMk cId="2406238398" sldId="259"/>
            <ac:spMk id="2" creationId="{D476B5CC-B32F-9CE5-8B2E-F97BCE47F1C5}"/>
          </ac:spMkLst>
        </pc:spChg>
        <pc:spChg chg="mod">
          <ac:chgData name="yuuu._. Y" userId="19af577c7ce60c68" providerId="LiveId" clId="{AD5E2747-C619-4FBD-AC8D-64A39365E721}" dt="2026-06-11T12:40:24.434" v="931" actId="1076"/>
          <ac:spMkLst>
            <pc:docMk/>
            <pc:sldMk cId="2406238398" sldId="259"/>
            <ac:spMk id="3" creationId="{3E75F8A1-A6C4-F600-31B7-B9DE2A35EE5F}"/>
          </ac:spMkLst>
        </pc:spChg>
        <pc:spChg chg="add mod">
          <ac:chgData name="yuuu._. Y" userId="19af577c7ce60c68" providerId="LiveId" clId="{AD5E2747-C619-4FBD-AC8D-64A39365E721}" dt="2026-06-11T11:45:58.163" v="417"/>
          <ac:spMkLst>
            <pc:docMk/>
            <pc:sldMk cId="2406238398" sldId="259"/>
            <ac:spMk id="5" creationId="{587E5982-AE6C-1672-E3AE-698C154B842B}"/>
          </ac:spMkLst>
        </pc:spChg>
        <pc:picChg chg="mod">
          <ac:chgData name="yuuu._. Y" userId="19af577c7ce60c68" providerId="LiveId" clId="{AD5E2747-C619-4FBD-AC8D-64A39365E721}" dt="2026-06-11T07:39:39.721" v="143" actId="1076"/>
          <ac:picMkLst>
            <pc:docMk/>
            <pc:sldMk cId="2406238398" sldId="259"/>
            <ac:picMk id="4" creationId="{7A088A48-6C9E-E7C9-104C-57F7336496A2}"/>
          </ac:picMkLst>
        </pc:picChg>
      </pc:sldChg>
      <pc:sldChg chg="modSp mod">
        <pc:chgData name="yuuu._. Y" userId="19af577c7ce60c68" providerId="LiveId" clId="{AD5E2747-C619-4FBD-AC8D-64A39365E721}" dt="2026-06-13T07:11:51.705" v="1076"/>
        <pc:sldMkLst>
          <pc:docMk/>
          <pc:sldMk cId="1760222936" sldId="260"/>
        </pc:sldMkLst>
        <pc:spChg chg="mod">
          <ac:chgData name="yuuu._. Y" userId="19af577c7ce60c68" providerId="LiveId" clId="{AD5E2747-C619-4FBD-AC8D-64A39365E721}" dt="2026-06-13T07:11:51.705" v="1076"/>
          <ac:spMkLst>
            <pc:docMk/>
            <pc:sldMk cId="1760222936" sldId="260"/>
            <ac:spMk id="3" creationId="{A1A54E6F-87F1-B6E3-70B0-247BE084F7A6}"/>
          </ac:spMkLst>
        </pc:spChg>
      </pc:sldChg>
      <pc:sldChg chg="addSp delSp modSp mod">
        <pc:chgData name="yuuu._. Y" userId="19af577c7ce60c68" providerId="LiveId" clId="{AD5E2747-C619-4FBD-AC8D-64A39365E721}" dt="2026-06-13T06:50:17.841" v="935" actId="14100"/>
        <pc:sldMkLst>
          <pc:docMk/>
          <pc:sldMk cId="3358952660" sldId="261"/>
        </pc:sldMkLst>
        <pc:spChg chg="mod">
          <ac:chgData name="yuuu._. Y" userId="19af577c7ce60c68" providerId="LiveId" clId="{AD5E2747-C619-4FBD-AC8D-64A39365E721}" dt="2026-06-13T06:50:17.841" v="935" actId="14100"/>
          <ac:spMkLst>
            <pc:docMk/>
            <pc:sldMk cId="3358952660" sldId="261"/>
            <ac:spMk id="3" creationId="{253EA841-61D3-9A10-526E-5C2355829B60}"/>
          </ac:spMkLst>
        </pc:spChg>
        <pc:spChg chg="add mod">
          <ac:chgData name="yuuu._. Y" userId="19af577c7ce60c68" providerId="LiveId" clId="{AD5E2747-C619-4FBD-AC8D-64A39365E721}" dt="2026-06-11T11:46:38.723" v="438" actId="1076"/>
          <ac:spMkLst>
            <pc:docMk/>
            <pc:sldMk cId="3358952660" sldId="261"/>
            <ac:spMk id="5" creationId="{D663B287-7752-16CC-FC39-9AA1E155B3F9}"/>
          </ac:spMkLst>
        </pc:spChg>
        <pc:picChg chg="mod">
          <ac:chgData name="yuuu._. Y" userId="19af577c7ce60c68" providerId="LiveId" clId="{AD5E2747-C619-4FBD-AC8D-64A39365E721}" dt="2026-06-11T12:40:34.871" v="933" actId="14100"/>
          <ac:picMkLst>
            <pc:docMk/>
            <pc:sldMk cId="3358952660" sldId="261"/>
            <ac:picMk id="4" creationId="{628C1725-C574-20FB-B621-0832C6291915}"/>
          </ac:picMkLst>
        </pc:picChg>
      </pc:sldChg>
      <pc:sldChg chg="modSp mod">
        <pc:chgData name="yuuu._. Y" userId="19af577c7ce60c68" providerId="LiveId" clId="{AD5E2747-C619-4FBD-AC8D-64A39365E721}" dt="2026-06-11T11:47:04.094" v="441" actId="1076"/>
        <pc:sldMkLst>
          <pc:docMk/>
          <pc:sldMk cId="3802312515" sldId="262"/>
        </pc:sldMkLst>
        <pc:spChg chg="mod">
          <ac:chgData name="yuuu._. Y" userId="19af577c7ce60c68" providerId="LiveId" clId="{AD5E2747-C619-4FBD-AC8D-64A39365E721}" dt="2026-06-11T11:47:04.094" v="441" actId="1076"/>
          <ac:spMkLst>
            <pc:docMk/>
            <pc:sldMk cId="3802312515" sldId="262"/>
            <ac:spMk id="2" creationId="{B8A8498F-126B-3058-CE86-295BCF4DD620}"/>
          </ac:spMkLst>
        </pc:spChg>
        <pc:picChg chg="mod">
          <ac:chgData name="yuuu._. Y" userId="19af577c7ce60c68" providerId="LiveId" clId="{AD5E2747-C619-4FBD-AC8D-64A39365E721}" dt="2026-06-11T07:42:11.755" v="178" actId="1076"/>
          <ac:picMkLst>
            <pc:docMk/>
            <pc:sldMk cId="3802312515" sldId="262"/>
            <ac:picMk id="4" creationId="{3BBF5890-184A-2DC4-DE1D-2AF75A160A24}"/>
          </ac:picMkLst>
        </pc:picChg>
      </pc:sldChg>
      <pc:sldChg chg="addSp delSp modSp mod">
        <pc:chgData name="yuuu._. Y" userId="19af577c7ce60c68" providerId="LiveId" clId="{AD5E2747-C619-4FBD-AC8D-64A39365E721}" dt="2026-06-11T11:47:57.858" v="459" actId="255"/>
        <pc:sldMkLst>
          <pc:docMk/>
          <pc:sldMk cId="979380482" sldId="263"/>
        </pc:sldMkLst>
        <pc:spChg chg="mod">
          <ac:chgData name="yuuu._. Y" userId="19af577c7ce60c68" providerId="LiveId" clId="{AD5E2747-C619-4FBD-AC8D-64A39365E721}" dt="2026-06-11T11:47:41.679" v="457" actId="1076"/>
          <ac:spMkLst>
            <pc:docMk/>
            <pc:sldMk cId="979380482" sldId="263"/>
            <ac:spMk id="2" creationId="{2EA535A4-3964-44AA-343C-F133FF718CF4}"/>
          </ac:spMkLst>
        </pc:spChg>
        <pc:spChg chg="add mod">
          <ac:chgData name="yuuu._. Y" userId="19af577c7ce60c68" providerId="LiveId" clId="{AD5E2747-C619-4FBD-AC8D-64A39365E721}" dt="2026-06-11T11:47:57.858" v="459" actId="255"/>
          <ac:spMkLst>
            <pc:docMk/>
            <pc:sldMk cId="979380482" sldId="263"/>
            <ac:spMk id="11" creationId="{7441D692-D711-3E37-F9EC-3D3664944DBE}"/>
          </ac:spMkLst>
        </pc:spChg>
        <pc:graphicFrameChg chg="mod modGraphic">
          <ac:chgData name="yuuu._. Y" userId="19af577c7ce60c68" providerId="LiveId" clId="{AD5E2747-C619-4FBD-AC8D-64A39365E721}" dt="2026-06-11T07:43:19.906" v="203" actId="207"/>
          <ac:graphicFrameMkLst>
            <pc:docMk/>
            <pc:sldMk cId="979380482" sldId="263"/>
            <ac:graphicFrameMk id="4" creationId="{41366A51-70CE-B187-D4FE-EF5B10F17333}"/>
          </ac:graphicFrameMkLst>
        </pc:graphicFrameChg>
        <pc:picChg chg="mod">
          <ac:chgData name="yuuu._. Y" userId="19af577c7ce60c68" providerId="LiveId" clId="{AD5E2747-C619-4FBD-AC8D-64A39365E721}" dt="2026-06-11T07:42:39.084" v="188" actId="1076"/>
          <ac:picMkLst>
            <pc:docMk/>
            <pc:sldMk cId="979380482" sldId="263"/>
            <ac:picMk id="5" creationId="{554ABDE6-C359-883E-6CCD-2578FFBDE984}"/>
          </ac:picMkLst>
        </pc:picChg>
      </pc:sldChg>
      <pc:sldChg chg="modSp mod">
        <pc:chgData name="yuuu._. Y" userId="19af577c7ce60c68" providerId="LiveId" clId="{AD5E2747-C619-4FBD-AC8D-64A39365E721}" dt="2026-06-11T11:48:22.806" v="473" actId="1076"/>
        <pc:sldMkLst>
          <pc:docMk/>
          <pc:sldMk cId="1677346260" sldId="264"/>
        </pc:sldMkLst>
        <pc:spChg chg="mod">
          <ac:chgData name="yuuu._. Y" userId="19af577c7ce60c68" providerId="LiveId" clId="{AD5E2747-C619-4FBD-AC8D-64A39365E721}" dt="2026-06-11T11:48:22.806" v="473" actId="1076"/>
          <ac:spMkLst>
            <pc:docMk/>
            <pc:sldMk cId="1677346260" sldId="264"/>
            <ac:spMk id="2" creationId="{8B8D2DD1-7548-6AC1-5D22-A9F9A3A2BB76}"/>
          </ac:spMkLst>
        </pc:spChg>
        <pc:graphicFrameChg chg="mod modGraphic">
          <ac:chgData name="yuuu._. Y" userId="19af577c7ce60c68" providerId="LiveId" clId="{AD5E2747-C619-4FBD-AC8D-64A39365E721}" dt="2026-06-11T07:46:12.068" v="253" actId="1076"/>
          <ac:graphicFrameMkLst>
            <pc:docMk/>
            <pc:sldMk cId="1677346260" sldId="264"/>
            <ac:graphicFrameMk id="4" creationId="{DAFD301C-D620-A18F-218D-38E358CB39AF}"/>
          </ac:graphicFrameMkLst>
        </pc:graphicFrameChg>
        <pc:picChg chg="mod">
          <ac:chgData name="yuuu._. Y" userId="19af577c7ce60c68" providerId="LiveId" clId="{AD5E2747-C619-4FBD-AC8D-64A39365E721}" dt="2026-06-11T07:46:13.884" v="254" actId="1076"/>
          <ac:picMkLst>
            <pc:docMk/>
            <pc:sldMk cId="1677346260" sldId="264"/>
            <ac:picMk id="5" creationId="{3A0DEC0A-5CA5-991B-3324-53CCF4ADBA0A}"/>
          </ac:picMkLst>
        </pc:picChg>
      </pc:sldChg>
      <pc:sldChg chg="modSp mod">
        <pc:chgData name="yuuu._. Y" userId="19af577c7ce60c68" providerId="LiveId" clId="{AD5E2747-C619-4FBD-AC8D-64A39365E721}" dt="2026-06-11T11:48:37.821" v="485"/>
        <pc:sldMkLst>
          <pc:docMk/>
          <pc:sldMk cId="15844143" sldId="265"/>
        </pc:sldMkLst>
        <pc:spChg chg="mod">
          <ac:chgData name="yuuu._. Y" userId="19af577c7ce60c68" providerId="LiveId" clId="{AD5E2747-C619-4FBD-AC8D-64A39365E721}" dt="2026-06-11T11:48:37.821" v="485"/>
          <ac:spMkLst>
            <pc:docMk/>
            <pc:sldMk cId="15844143" sldId="265"/>
            <ac:spMk id="2" creationId="{E0E2FA8B-C499-70DF-A8F4-077DCEEAD6CA}"/>
          </ac:spMkLst>
        </pc:spChg>
        <pc:graphicFrameChg chg="mod modGraphic">
          <ac:chgData name="yuuu._. Y" userId="19af577c7ce60c68" providerId="LiveId" clId="{AD5E2747-C619-4FBD-AC8D-64A39365E721}" dt="2026-06-11T07:44:39.585" v="225" actId="14100"/>
          <ac:graphicFrameMkLst>
            <pc:docMk/>
            <pc:sldMk cId="15844143" sldId="265"/>
            <ac:graphicFrameMk id="4" creationId="{67B00E86-46F7-FBF3-A311-EE6734D5FF3E}"/>
          </ac:graphicFrameMkLst>
        </pc:graphicFrameChg>
        <pc:picChg chg="mod">
          <ac:chgData name="yuuu._. Y" userId="19af577c7ce60c68" providerId="LiveId" clId="{AD5E2747-C619-4FBD-AC8D-64A39365E721}" dt="2026-06-11T07:46:25.644" v="257" actId="14100"/>
          <ac:picMkLst>
            <pc:docMk/>
            <pc:sldMk cId="15844143" sldId="265"/>
            <ac:picMk id="5" creationId="{76EDEA2D-8B8B-B641-5A4B-5DAF94CAB9E3}"/>
          </ac:picMkLst>
        </pc:picChg>
      </pc:sldChg>
      <pc:sldChg chg="modSp mod">
        <pc:chgData name="yuuu._. Y" userId="19af577c7ce60c68" providerId="LiveId" clId="{AD5E2747-C619-4FBD-AC8D-64A39365E721}" dt="2026-06-11T12:03:22.534" v="812" actId="1076"/>
        <pc:sldMkLst>
          <pc:docMk/>
          <pc:sldMk cId="1257557803" sldId="266"/>
        </pc:sldMkLst>
        <pc:spChg chg="mod">
          <ac:chgData name="yuuu._. Y" userId="19af577c7ce60c68" providerId="LiveId" clId="{AD5E2747-C619-4FBD-AC8D-64A39365E721}" dt="2026-06-11T12:03:22.534" v="812" actId="1076"/>
          <ac:spMkLst>
            <pc:docMk/>
            <pc:sldMk cId="1257557803" sldId="266"/>
            <ac:spMk id="2" creationId="{1D080E52-8367-1AD0-474D-6CC5E313864F}"/>
          </ac:spMkLst>
        </pc:spChg>
        <pc:graphicFrameChg chg="mod modGraphic">
          <ac:chgData name="yuuu._. Y" userId="19af577c7ce60c68" providerId="LiveId" clId="{AD5E2747-C619-4FBD-AC8D-64A39365E721}" dt="2026-06-11T07:45:37.362" v="246" actId="14100"/>
          <ac:graphicFrameMkLst>
            <pc:docMk/>
            <pc:sldMk cId="1257557803" sldId="266"/>
            <ac:graphicFrameMk id="4" creationId="{7743117B-7481-FBB2-F47B-F8D9FA2AC0D6}"/>
          </ac:graphicFrameMkLst>
        </pc:graphicFrameChg>
        <pc:picChg chg="mod">
          <ac:chgData name="yuuu._. Y" userId="19af577c7ce60c68" providerId="LiveId" clId="{AD5E2747-C619-4FBD-AC8D-64A39365E721}" dt="2026-06-11T07:46:32.491" v="259" actId="14100"/>
          <ac:picMkLst>
            <pc:docMk/>
            <pc:sldMk cId="1257557803" sldId="266"/>
            <ac:picMk id="5" creationId="{9E46832C-FF9D-175F-78C9-512E06B40E22}"/>
          </ac:picMkLst>
        </pc:picChg>
      </pc:sldChg>
      <pc:sldChg chg="modSp mod">
        <pc:chgData name="yuuu._. Y" userId="19af577c7ce60c68" providerId="LiveId" clId="{AD5E2747-C619-4FBD-AC8D-64A39365E721}" dt="2026-06-11T11:49:07.456" v="503"/>
        <pc:sldMkLst>
          <pc:docMk/>
          <pc:sldMk cId="2618607763" sldId="267"/>
        </pc:sldMkLst>
        <pc:spChg chg="mod">
          <ac:chgData name="yuuu._. Y" userId="19af577c7ce60c68" providerId="LiveId" clId="{AD5E2747-C619-4FBD-AC8D-64A39365E721}" dt="2026-06-11T11:49:07.456" v="503"/>
          <ac:spMkLst>
            <pc:docMk/>
            <pc:sldMk cId="2618607763" sldId="267"/>
            <ac:spMk id="2" creationId="{CC3BB64C-34B4-E7CD-3DA8-90B5BE395085}"/>
          </ac:spMkLst>
        </pc:spChg>
        <pc:graphicFrameChg chg="mod modGraphic">
          <ac:chgData name="yuuu._. Y" userId="19af577c7ce60c68" providerId="LiveId" clId="{AD5E2747-C619-4FBD-AC8D-64A39365E721}" dt="2026-06-11T07:48:20.472" v="290" actId="404"/>
          <ac:graphicFrameMkLst>
            <pc:docMk/>
            <pc:sldMk cId="2618607763" sldId="267"/>
            <ac:graphicFrameMk id="4" creationId="{8677860B-E5FA-37DC-28BA-E7775557EA20}"/>
          </ac:graphicFrameMkLst>
        </pc:graphicFrameChg>
        <pc:picChg chg="mod">
          <ac:chgData name="yuuu._. Y" userId="19af577c7ce60c68" providerId="LiveId" clId="{AD5E2747-C619-4FBD-AC8D-64A39365E721}" dt="2026-06-11T07:48:07.009" v="286" actId="14100"/>
          <ac:picMkLst>
            <pc:docMk/>
            <pc:sldMk cId="2618607763" sldId="267"/>
            <ac:picMk id="5" creationId="{8BDB97CC-212B-D0A9-D5C1-108E55D138C6}"/>
          </ac:picMkLst>
        </pc:picChg>
      </pc:sldChg>
      <pc:sldChg chg="modSp mod">
        <pc:chgData name="yuuu._. Y" userId="19af577c7ce60c68" providerId="LiveId" clId="{AD5E2747-C619-4FBD-AC8D-64A39365E721}" dt="2026-06-11T11:49:17.869" v="514"/>
        <pc:sldMkLst>
          <pc:docMk/>
          <pc:sldMk cId="110548600" sldId="268"/>
        </pc:sldMkLst>
        <pc:spChg chg="mod">
          <ac:chgData name="yuuu._. Y" userId="19af577c7ce60c68" providerId="LiveId" clId="{AD5E2747-C619-4FBD-AC8D-64A39365E721}" dt="2026-06-11T11:49:17.869" v="514"/>
          <ac:spMkLst>
            <pc:docMk/>
            <pc:sldMk cId="110548600" sldId="268"/>
            <ac:spMk id="2" creationId="{9EC7EA9A-62BC-D74C-9FDF-469A5056AE75}"/>
          </ac:spMkLst>
        </pc:spChg>
        <pc:graphicFrameChg chg="mod modGraphic">
          <ac:chgData name="yuuu._. Y" userId="19af577c7ce60c68" providerId="LiveId" clId="{AD5E2747-C619-4FBD-AC8D-64A39365E721}" dt="2026-06-11T07:48:59.663" v="305" actId="14100"/>
          <ac:graphicFrameMkLst>
            <pc:docMk/>
            <pc:sldMk cId="110548600" sldId="268"/>
            <ac:graphicFrameMk id="4" creationId="{52C9CE17-EAC4-6A86-FB5B-3F1373C56096}"/>
          </ac:graphicFrameMkLst>
        </pc:graphicFrameChg>
        <pc:picChg chg="mod">
          <ac:chgData name="yuuu._. Y" userId="19af577c7ce60c68" providerId="LiveId" clId="{AD5E2747-C619-4FBD-AC8D-64A39365E721}" dt="2026-06-11T07:48:47.900" v="298" actId="1076"/>
          <ac:picMkLst>
            <pc:docMk/>
            <pc:sldMk cId="110548600" sldId="268"/>
            <ac:picMk id="5" creationId="{53D329FA-4F49-4090-F115-5FA5161BA6A0}"/>
          </ac:picMkLst>
        </pc:picChg>
      </pc:sldChg>
      <pc:sldChg chg="modSp mod">
        <pc:chgData name="yuuu._. Y" userId="19af577c7ce60c68" providerId="LiveId" clId="{AD5E2747-C619-4FBD-AC8D-64A39365E721}" dt="2026-06-11T11:49:27.653" v="524"/>
        <pc:sldMkLst>
          <pc:docMk/>
          <pc:sldMk cId="4145830115" sldId="269"/>
        </pc:sldMkLst>
        <pc:spChg chg="mod">
          <ac:chgData name="yuuu._. Y" userId="19af577c7ce60c68" providerId="LiveId" clId="{AD5E2747-C619-4FBD-AC8D-64A39365E721}" dt="2026-06-11T11:49:27.653" v="524"/>
          <ac:spMkLst>
            <pc:docMk/>
            <pc:sldMk cId="4145830115" sldId="269"/>
            <ac:spMk id="2" creationId="{5B07C71D-72D0-11ED-C94F-7E7742E61D9C}"/>
          </ac:spMkLst>
        </pc:spChg>
        <pc:graphicFrameChg chg="mod modGraphic">
          <ac:chgData name="yuuu._. Y" userId="19af577c7ce60c68" providerId="LiveId" clId="{AD5E2747-C619-4FBD-AC8D-64A39365E721}" dt="2026-06-11T07:49:22.574" v="318" actId="14100"/>
          <ac:graphicFrameMkLst>
            <pc:docMk/>
            <pc:sldMk cId="4145830115" sldId="269"/>
            <ac:graphicFrameMk id="4" creationId="{258A0477-0942-98B5-E792-E1C1A0B9E0BF}"/>
          </ac:graphicFrameMkLst>
        </pc:graphicFrameChg>
        <pc:picChg chg="mod">
          <ac:chgData name="yuuu._. Y" userId="19af577c7ce60c68" providerId="LiveId" clId="{AD5E2747-C619-4FBD-AC8D-64A39365E721}" dt="2026-06-11T07:49:27.151" v="320" actId="14100"/>
          <ac:picMkLst>
            <pc:docMk/>
            <pc:sldMk cId="4145830115" sldId="269"/>
            <ac:picMk id="5" creationId="{F32A2E3A-8AC2-EC71-F188-490DADFBBBA3}"/>
          </ac:picMkLst>
        </pc:picChg>
      </pc:sldChg>
      <pc:sldChg chg="modSp mod">
        <pc:chgData name="yuuu._. Y" userId="19af577c7ce60c68" providerId="LiveId" clId="{AD5E2747-C619-4FBD-AC8D-64A39365E721}" dt="2026-06-11T11:49:40.092" v="534"/>
        <pc:sldMkLst>
          <pc:docMk/>
          <pc:sldMk cId="2410493986" sldId="270"/>
        </pc:sldMkLst>
        <pc:spChg chg="mod">
          <ac:chgData name="yuuu._. Y" userId="19af577c7ce60c68" providerId="LiveId" clId="{AD5E2747-C619-4FBD-AC8D-64A39365E721}" dt="2026-06-11T11:49:40.092" v="534"/>
          <ac:spMkLst>
            <pc:docMk/>
            <pc:sldMk cId="2410493986" sldId="270"/>
            <ac:spMk id="2" creationId="{F41471CC-BE09-30A1-2467-83B1BD6CDF39}"/>
          </ac:spMkLst>
        </pc:spChg>
        <pc:graphicFrameChg chg="mod modGraphic">
          <ac:chgData name="yuuu._. Y" userId="19af577c7ce60c68" providerId="LiveId" clId="{AD5E2747-C619-4FBD-AC8D-64A39365E721}" dt="2026-06-11T07:52:02.775" v="352" actId="14100"/>
          <ac:graphicFrameMkLst>
            <pc:docMk/>
            <pc:sldMk cId="2410493986" sldId="270"/>
            <ac:graphicFrameMk id="4" creationId="{C7336934-26B0-11B1-5BF4-B0D48A8487AF}"/>
          </ac:graphicFrameMkLst>
        </pc:graphicFrameChg>
        <pc:picChg chg="mod">
          <ac:chgData name="yuuu._. Y" userId="19af577c7ce60c68" providerId="LiveId" clId="{AD5E2747-C619-4FBD-AC8D-64A39365E721}" dt="2026-06-11T07:50:09.262" v="329" actId="1076"/>
          <ac:picMkLst>
            <pc:docMk/>
            <pc:sldMk cId="2410493986" sldId="270"/>
            <ac:picMk id="5" creationId="{F7FD05EA-9A00-B120-CEA1-A7350969BC3A}"/>
          </ac:picMkLst>
        </pc:picChg>
      </pc:sldChg>
      <pc:sldChg chg="addSp delSp modSp mod">
        <pc:chgData name="yuuu._. Y" userId="19af577c7ce60c68" providerId="LiveId" clId="{AD5E2747-C619-4FBD-AC8D-64A39365E721}" dt="2026-06-13T06:51:51.575" v="936" actId="1076"/>
        <pc:sldMkLst>
          <pc:docMk/>
          <pc:sldMk cId="3240391123" sldId="271"/>
        </pc:sldMkLst>
        <pc:spChg chg="mod">
          <ac:chgData name="yuuu._. Y" userId="19af577c7ce60c68" providerId="LiveId" clId="{AD5E2747-C619-4FBD-AC8D-64A39365E721}" dt="2026-06-11T11:50:14.234" v="539" actId="255"/>
          <ac:spMkLst>
            <pc:docMk/>
            <pc:sldMk cId="3240391123" sldId="271"/>
            <ac:spMk id="2" creationId="{0F992763-D00B-F6E5-B02B-83E97AA2E2B7}"/>
          </ac:spMkLst>
        </pc:spChg>
        <pc:spChg chg="add mod">
          <ac:chgData name="yuuu._. Y" userId="19af577c7ce60c68" providerId="LiveId" clId="{AD5E2747-C619-4FBD-AC8D-64A39365E721}" dt="2026-06-11T11:50:27.951" v="551" actId="1076"/>
          <ac:spMkLst>
            <pc:docMk/>
            <pc:sldMk cId="3240391123" sldId="271"/>
            <ac:spMk id="5" creationId="{9F522BDA-26AA-6329-021A-B281CC7DA9B4}"/>
          </ac:spMkLst>
        </pc:spChg>
        <pc:graphicFrameChg chg="add mod modGraphic">
          <ac:chgData name="yuuu._. Y" userId="19af577c7ce60c68" providerId="LiveId" clId="{AD5E2747-C619-4FBD-AC8D-64A39365E721}" dt="2026-06-11T11:58:18.649" v="664" actId="14100"/>
          <ac:graphicFrameMkLst>
            <pc:docMk/>
            <pc:sldMk cId="3240391123" sldId="271"/>
            <ac:graphicFrameMk id="6" creationId="{8528CB89-FAAF-AE58-ECCA-6CCCD0670285}"/>
          </ac:graphicFrameMkLst>
        </pc:graphicFrameChg>
        <pc:picChg chg="add mod">
          <ac:chgData name="yuuu._. Y" userId="19af577c7ce60c68" providerId="LiveId" clId="{AD5E2747-C619-4FBD-AC8D-64A39365E721}" dt="2026-06-13T06:51:51.575" v="936" actId="1076"/>
          <ac:picMkLst>
            <pc:docMk/>
            <pc:sldMk cId="3240391123" sldId="271"/>
            <ac:picMk id="7" creationId="{BA5630D9-AB1F-4D16-6EEB-8A8FF5EDA6FE}"/>
          </ac:picMkLst>
        </pc:picChg>
      </pc:sldChg>
      <pc:sldChg chg="addSp delSp modSp new mod">
        <pc:chgData name="yuuu._. Y" userId="19af577c7ce60c68" providerId="LiveId" clId="{AD5E2747-C619-4FBD-AC8D-64A39365E721}" dt="2026-06-11T11:57:39.415" v="639" actId="1076"/>
        <pc:sldMkLst>
          <pc:docMk/>
          <pc:sldMk cId="2837255323" sldId="272"/>
        </pc:sldMkLst>
        <pc:spChg chg="mod">
          <ac:chgData name="yuuu._. Y" userId="19af577c7ce60c68" providerId="LiveId" clId="{AD5E2747-C619-4FBD-AC8D-64A39365E721}" dt="2026-06-11T11:57:18.549" v="632" actId="207"/>
          <ac:spMkLst>
            <pc:docMk/>
            <pc:sldMk cId="2837255323" sldId="272"/>
            <ac:spMk id="2" creationId="{E7B0A431-4A7B-BC13-98B0-4ADFEC8497C6}"/>
          </ac:spMkLst>
        </pc:spChg>
        <pc:graphicFrameChg chg="add mod modGraphic">
          <ac:chgData name="yuuu._. Y" userId="19af577c7ce60c68" providerId="LiveId" clId="{AD5E2747-C619-4FBD-AC8D-64A39365E721}" dt="2026-06-11T11:57:34.962" v="637" actId="14100"/>
          <ac:graphicFrameMkLst>
            <pc:docMk/>
            <pc:sldMk cId="2837255323" sldId="272"/>
            <ac:graphicFrameMk id="4" creationId="{A12A2F7F-1A94-7E68-318B-C97A2D17B575}"/>
          </ac:graphicFrameMkLst>
        </pc:graphicFrameChg>
        <pc:picChg chg="add mod">
          <ac:chgData name="yuuu._. Y" userId="19af577c7ce60c68" providerId="LiveId" clId="{AD5E2747-C619-4FBD-AC8D-64A39365E721}" dt="2026-06-11T11:57:39.415" v="639" actId="1076"/>
          <ac:picMkLst>
            <pc:docMk/>
            <pc:sldMk cId="2837255323" sldId="272"/>
            <ac:picMk id="5" creationId="{6E33698C-C1B1-A8EB-517A-983B502C4126}"/>
          </ac:picMkLst>
        </pc:picChg>
      </pc:sldChg>
      <pc:sldChg chg="addSp delSp modSp new mod">
        <pc:chgData name="yuuu._. Y" userId="19af577c7ce60c68" providerId="LiveId" clId="{AD5E2747-C619-4FBD-AC8D-64A39365E721}" dt="2026-06-11T12:03:01.138" v="808" actId="404"/>
        <pc:sldMkLst>
          <pc:docMk/>
          <pc:sldMk cId="4140860957" sldId="273"/>
        </pc:sldMkLst>
        <pc:spChg chg="mod">
          <ac:chgData name="yuuu._. Y" userId="19af577c7ce60c68" providerId="LiveId" clId="{AD5E2747-C619-4FBD-AC8D-64A39365E721}" dt="2026-06-11T12:03:01.138" v="808" actId="404"/>
          <ac:spMkLst>
            <pc:docMk/>
            <pc:sldMk cId="4140860957" sldId="273"/>
            <ac:spMk id="2" creationId="{9C2CF453-40F6-9A72-2281-DB94BEDF308C}"/>
          </ac:spMkLst>
        </pc:spChg>
        <pc:graphicFrameChg chg="add mod modGraphic">
          <ac:chgData name="yuuu._. Y" userId="19af577c7ce60c68" providerId="LiveId" clId="{AD5E2747-C619-4FBD-AC8D-64A39365E721}" dt="2026-06-11T11:58:08.678" v="661" actId="1076"/>
          <ac:graphicFrameMkLst>
            <pc:docMk/>
            <pc:sldMk cId="4140860957" sldId="273"/>
            <ac:graphicFrameMk id="4" creationId="{0D3AC5F3-348C-D3D2-350B-D014A82C0F61}"/>
          </ac:graphicFrameMkLst>
        </pc:graphicFrameChg>
        <pc:picChg chg="add mod">
          <ac:chgData name="yuuu._. Y" userId="19af577c7ce60c68" providerId="LiveId" clId="{AD5E2747-C619-4FBD-AC8D-64A39365E721}" dt="2026-06-11T11:58:12.814" v="663" actId="1076"/>
          <ac:picMkLst>
            <pc:docMk/>
            <pc:sldMk cId="4140860957" sldId="273"/>
            <ac:picMk id="5" creationId="{2FFDBB1D-A7A5-C961-9C36-C4857963D1E4}"/>
          </ac:picMkLst>
        </pc:picChg>
      </pc:sldChg>
      <pc:sldChg chg="addSp delSp modSp new mod">
        <pc:chgData name="yuuu._. Y" userId="19af577c7ce60c68" providerId="LiveId" clId="{AD5E2747-C619-4FBD-AC8D-64A39365E721}" dt="2026-06-11T12:03:36.938" v="829"/>
        <pc:sldMkLst>
          <pc:docMk/>
          <pc:sldMk cId="2711539055" sldId="274"/>
        </pc:sldMkLst>
        <pc:spChg chg="mod">
          <ac:chgData name="yuuu._. Y" userId="19af577c7ce60c68" providerId="LiveId" clId="{AD5E2747-C619-4FBD-AC8D-64A39365E721}" dt="2026-06-11T12:03:36.938" v="829"/>
          <ac:spMkLst>
            <pc:docMk/>
            <pc:sldMk cId="2711539055" sldId="274"/>
            <ac:spMk id="2" creationId="{67D264CF-5483-9491-E969-57B4F471FC3E}"/>
          </ac:spMkLst>
        </pc:spChg>
        <pc:graphicFrameChg chg="add mod modGraphic">
          <ac:chgData name="yuuu._. Y" userId="19af577c7ce60c68" providerId="LiveId" clId="{AD5E2747-C619-4FBD-AC8D-64A39365E721}" dt="2026-06-11T11:59:06.691" v="686" actId="14100"/>
          <ac:graphicFrameMkLst>
            <pc:docMk/>
            <pc:sldMk cId="2711539055" sldId="274"/>
            <ac:graphicFrameMk id="4" creationId="{2AFFEF83-9CC9-E741-3A9D-DA3838A08C8A}"/>
          </ac:graphicFrameMkLst>
        </pc:graphicFrameChg>
        <pc:picChg chg="add mod">
          <ac:chgData name="yuuu._. Y" userId="19af577c7ce60c68" providerId="LiveId" clId="{AD5E2747-C619-4FBD-AC8D-64A39365E721}" dt="2026-06-11T11:59:00.254" v="685" actId="1076"/>
          <ac:picMkLst>
            <pc:docMk/>
            <pc:sldMk cId="2711539055" sldId="274"/>
            <ac:picMk id="5" creationId="{5F53B13B-EDB7-FC26-50C1-3DADC449D8EE}"/>
          </ac:picMkLst>
        </pc:picChg>
      </pc:sldChg>
      <pc:sldChg chg="addSp delSp modSp new mod">
        <pc:chgData name="yuuu._. Y" userId="19af577c7ce60c68" providerId="LiveId" clId="{AD5E2747-C619-4FBD-AC8D-64A39365E721}" dt="2026-06-11T12:03:45.659" v="837"/>
        <pc:sldMkLst>
          <pc:docMk/>
          <pc:sldMk cId="2566041265" sldId="275"/>
        </pc:sldMkLst>
        <pc:spChg chg="mod">
          <ac:chgData name="yuuu._. Y" userId="19af577c7ce60c68" providerId="LiveId" clId="{AD5E2747-C619-4FBD-AC8D-64A39365E721}" dt="2026-06-11T12:03:45.659" v="837"/>
          <ac:spMkLst>
            <pc:docMk/>
            <pc:sldMk cId="2566041265" sldId="275"/>
            <ac:spMk id="2" creationId="{E954AA13-C96B-C28E-3042-5F1FC5DC970A}"/>
          </ac:spMkLst>
        </pc:spChg>
        <pc:graphicFrameChg chg="add mod modGraphic">
          <ac:chgData name="yuuu._. Y" userId="19af577c7ce60c68" providerId="LiveId" clId="{AD5E2747-C619-4FBD-AC8D-64A39365E721}" dt="2026-06-11T11:59:52.401" v="708" actId="14100"/>
          <ac:graphicFrameMkLst>
            <pc:docMk/>
            <pc:sldMk cId="2566041265" sldId="275"/>
            <ac:graphicFrameMk id="4" creationId="{ADC1DADD-8F72-197E-8ABC-88E4D0169F74}"/>
          </ac:graphicFrameMkLst>
        </pc:graphicFrameChg>
        <pc:picChg chg="add mod">
          <ac:chgData name="yuuu._. Y" userId="19af577c7ce60c68" providerId="LiveId" clId="{AD5E2747-C619-4FBD-AC8D-64A39365E721}" dt="2026-06-11T11:59:54.631" v="709" actId="14100"/>
          <ac:picMkLst>
            <pc:docMk/>
            <pc:sldMk cId="2566041265" sldId="275"/>
            <ac:picMk id="5" creationId="{E8D9E206-8522-08F5-5543-15014E976E82}"/>
          </ac:picMkLst>
        </pc:picChg>
      </pc:sldChg>
      <pc:sldChg chg="addSp delSp modSp new mod">
        <pc:chgData name="yuuu._. Y" userId="19af577c7ce60c68" providerId="LiveId" clId="{AD5E2747-C619-4FBD-AC8D-64A39365E721}" dt="2026-06-11T12:03:50.026" v="844"/>
        <pc:sldMkLst>
          <pc:docMk/>
          <pc:sldMk cId="2513799988" sldId="276"/>
        </pc:sldMkLst>
        <pc:spChg chg="mod">
          <ac:chgData name="yuuu._. Y" userId="19af577c7ce60c68" providerId="LiveId" clId="{AD5E2747-C619-4FBD-AC8D-64A39365E721}" dt="2026-06-11T12:03:50.026" v="844"/>
          <ac:spMkLst>
            <pc:docMk/>
            <pc:sldMk cId="2513799988" sldId="276"/>
            <ac:spMk id="2" creationId="{6839FF44-7770-8FB7-AB2F-5CC3B2D1C1D8}"/>
          </ac:spMkLst>
        </pc:spChg>
        <pc:graphicFrameChg chg="add mod modGraphic">
          <ac:chgData name="yuuu._. Y" userId="19af577c7ce60c68" providerId="LiveId" clId="{AD5E2747-C619-4FBD-AC8D-64A39365E721}" dt="2026-06-11T12:00:33.195" v="728" actId="14100"/>
          <ac:graphicFrameMkLst>
            <pc:docMk/>
            <pc:sldMk cId="2513799988" sldId="276"/>
            <ac:graphicFrameMk id="4" creationId="{4D1749D2-B85F-972D-5DBF-DEB305FAF9B2}"/>
          </ac:graphicFrameMkLst>
        </pc:graphicFrameChg>
        <pc:picChg chg="add mod">
          <ac:chgData name="yuuu._. Y" userId="19af577c7ce60c68" providerId="LiveId" clId="{AD5E2747-C619-4FBD-AC8D-64A39365E721}" dt="2026-06-11T12:00:35.230" v="729" actId="14100"/>
          <ac:picMkLst>
            <pc:docMk/>
            <pc:sldMk cId="2513799988" sldId="276"/>
            <ac:picMk id="5" creationId="{F4566BDF-FABD-3A9B-0240-DE4BE57038FE}"/>
          </ac:picMkLst>
        </pc:picChg>
      </pc:sldChg>
      <pc:sldChg chg="addSp delSp modSp new mod">
        <pc:chgData name="yuuu._. Y" userId="19af577c7ce60c68" providerId="LiveId" clId="{AD5E2747-C619-4FBD-AC8D-64A39365E721}" dt="2026-06-11T12:03:54.333" v="850"/>
        <pc:sldMkLst>
          <pc:docMk/>
          <pc:sldMk cId="1581216056" sldId="277"/>
        </pc:sldMkLst>
        <pc:spChg chg="mod">
          <ac:chgData name="yuuu._. Y" userId="19af577c7ce60c68" providerId="LiveId" clId="{AD5E2747-C619-4FBD-AC8D-64A39365E721}" dt="2026-06-11T12:03:54.333" v="850"/>
          <ac:spMkLst>
            <pc:docMk/>
            <pc:sldMk cId="1581216056" sldId="277"/>
            <ac:spMk id="2" creationId="{4C1FE8CA-A3D1-BF67-B477-83201466C3DB}"/>
          </ac:spMkLst>
        </pc:spChg>
        <pc:graphicFrameChg chg="add mod modGraphic">
          <ac:chgData name="yuuu._. Y" userId="19af577c7ce60c68" providerId="LiveId" clId="{AD5E2747-C619-4FBD-AC8D-64A39365E721}" dt="2026-06-11T12:00:58.289" v="745" actId="1076"/>
          <ac:graphicFrameMkLst>
            <pc:docMk/>
            <pc:sldMk cId="1581216056" sldId="277"/>
            <ac:graphicFrameMk id="4" creationId="{423FE7AB-E096-03AB-194A-2DCC4985D32E}"/>
          </ac:graphicFrameMkLst>
        </pc:graphicFrameChg>
        <pc:picChg chg="add mod">
          <ac:chgData name="yuuu._. Y" userId="19af577c7ce60c68" providerId="LiveId" clId="{AD5E2747-C619-4FBD-AC8D-64A39365E721}" dt="2026-06-11T12:01:03.334" v="747" actId="14100"/>
          <ac:picMkLst>
            <pc:docMk/>
            <pc:sldMk cId="1581216056" sldId="277"/>
            <ac:picMk id="5" creationId="{DEBEB06F-BE54-061B-C8D3-C5A27FDB62D5}"/>
          </ac:picMkLst>
        </pc:picChg>
      </pc:sldChg>
      <pc:sldChg chg="addSp delSp modSp new mod">
        <pc:chgData name="yuuu._. Y" userId="19af577c7ce60c68" providerId="LiveId" clId="{AD5E2747-C619-4FBD-AC8D-64A39365E721}" dt="2026-06-11T12:03:58.079" v="856"/>
        <pc:sldMkLst>
          <pc:docMk/>
          <pc:sldMk cId="3369660300" sldId="278"/>
        </pc:sldMkLst>
        <pc:spChg chg="mod">
          <ac:chgData name="yuuu._. Y" userId="19af577c7ce60c68" providerId="LiveId" clId="{AD5E2747-C619-4FBD-AC8D-64A39365E721}" dt="2026-06-11T12:03:58.079" v="856"/>
          <ac:spMkLst>
            <pc:docMk/>
            <pc:sldMk cId="3369660300" sldId="278"/>
            <ac:spMk id="2" creationId="{F638E457-ACAD-909D-E259-6B37B1D802C6}"/>
          </ac:spMkLst>
        </pc:spChg>
        <pc:graphicFrameChg chg="add mod modGraphic">
          <ac:chgData name="yuuu._. Y" userId="19af577c7ce60c68" providerId="LiveId" clId="{AD5E2747-C619-4FBD-AC8D-64A39365E721}" dt="2026-06-11T12:01:28.159" v="762" actId="1076"/>
          <ac:graphicFrameMkLst>
            <pc:docMk/>
            <pc:sldMk cId="3369660300" sldId="278"/>
            <ac:graphicFrameMk id="4" creationId="{BF3C0362-11D6-92C8-60BF-7B1BF8E3C90C}"/>
          </ac:graphicFrameMkLst>
        </pc:graphicFrameChg>
        <pc:picChg chg="add mod">
          <ac:chgData name="yuuu._. Y" userId="19af577c7ce60c68" providerId="LiveId" clId="{AD5E2747-C619-4FBD-AC8D-64A39365E721}" dt="2026-06-11T12:01:35.783" v="765" actId="14100"/>
          <ac:picMkLst>
            <pc:docMk/>
            <pc:sldMk cId="3369660300" sldId="278"/>
            <ac:picMk id="5" creationId="{1054A6D4-17F1-8FC2-7DD4-8B7EC17C73D8}"/>
          </ac:picMkLst>
        </pc:picChg>
      </pc:sldChg>
      <pc:sldChg chg="addSp delSp modSp new mod">
        <pc:chgData name="yuuu._. Y" userId="19af577c7ce60c68" providerId="LiveId" clId="{AD5E2747-C619-4FBD-AC8D-64A39365E721}" dt="2026-06-11T12:04:01.228" v="863"/>
        <pc:sldMkLst>
          <pc:docMk/>
          <pc:sldMk cId="1223877331" sldId="279"/>
        </pc:sldMkLst>
        <pc:spChg chg="mod">
          <ac:chgData name="yuuu._. Y" userId="19af577c7ce60c68" providerId="LiveId" clId="{AD5E2747-C619-4FBD-AC8D-64A39365E721}" dt="2026-06-11T12:04:01.228" v="863"/>
          <ac:spMkLst>
            <pc:docMk/>
            <pc:sldMk cId="1223877331" sldId="279"/>
            <ac:spMk id="2" creationId="{6E3C578C-7BE0-535F-EBA0-AC2903A366CC}"/>
          </ac:spMkLst>
        </pc:spChg>
        <pc:graphicFrameChg chg="add mod modGraphic">
          <ac:chgData name="yuuu._. Y" userId="19af577c7ce60c68" providerId="LiveId" clId="{AD5E2747-C619-4FBD-AC8D-64A39365E721}" dt="2026-06-11T12:02:08.555" v="785" actId="14100"/>
          <ac:graphicFrameMkLst>
            <pc:docMk/>
            <pc:sldMk cId="1223877331" sldId="279"/>
            <ac:graphicFrameMk id="4" creationId="{FDA63238-5E49-5B03-0B3C-31635C1C5C45}"/>
          </ac:graphicFrameMkLst>
        </pc:graphicFrameChg>
        <pc:picChg chg="add mod">
          <ac:chgData name="yuuu._. Y" userId="19af577c7ce60c68" providerId="LiveId" clId="{AD5E2747-C619-4FBD-AC8D-64A39365E721}" dt="2026-06-11T12:02:06.374" v="784" actId="1076"/>
          <ac:picMkLst>
            <pc:docMk/>
            <pc:sldMk cId="1223877331" sldId="279"/>
            <ac:picMk id="5" creationId="{6E42696D-B4C3-F390-C176-516ADE97A813}"/>
          </ac:picMkLst>
        </pc:picChg>
      </pc:sldChg>
      <pc:sldChg chg="addSp delSp modSp new mod">
        <pc:chgData name="yuuu._. Y" userId="19af577c7ce60c68" providerId="LiveId" clId="{AD5E2747-C619-4FBD-AC8D-64A39365E721}" dt="2026-06-11T12:04:05.147" v="868"/>
        <pc:sldMkLst>
          <pc:docMk/>
          <pc:sldMk cId="3439713128" sldId="280"/>
        </pc:sldMkLst>
        <pc:spChg chg="mod">
          <ac:chgData name="yuuu._. Y" userId="19af577c7ce60c68" providerId="LiveId" clId="{AD5E2747-C619-4FBD-AC8D-64A39365E721}" dt="2026-06-11T12:04:05.147" v="868"/>
          <ac:spMkLst>
            <pc:docMk/>
            <pc:sldMk cId="3439713128" sldId="280"/>
            <ac:spMk id="2" creationId="{9B676A2A-5302-EC9F-BFA5-09EE4A404674}"/>
          </ac:spMkLst>
        </pc:spChg>
        <pc:graphicFrameChg chg="add mod modGraphic">
          <ac:chgData name="yuuu._. Y" userId="19af577c7ce60c68" providerId="LiveId" clId="{AD5E2747-C619-4FBD-AC8D-64A39365E721}" dt="2026-06-11T12:02:39.642" v="805" actId="14100"/>
          <ac:graphicFrameMkLst>
            <pc:docMk/>
            <pc:sldMk cId="3439713128" sldId="280"/>
            <ac:graphicFrameMk id="4" creationId="{5C21E1D9-8510-0359-0981-70CCF844BB1E}"/>
          </ac:graphicFrameMkLst>
        </pc:graphicFrameChg>
        <pc:picChg chg="add mod">
          <ac:chgData name="yuuu._. Y" userId="19af577c7ce60c68" providerId="LiveId" clId="{AD5E2747-C619-4FBD-AC8D-64A39365E721}" dt="2026-06-11T12:02:36.374" v="804" actId="1076"/>
          <ac:picMkLst>
            <pc:docMk/>
            <pc:sldMk cId="3439713128" sldId="280"/>
            <ac:picMk id="5" creationId="{675E9855-E362-C16A-E431-957753AF761C}"/>
          </ac:picMkLst>
        </pc:picChg>
      </pc:sldChg>
      <pc:sldChg chg="addSp delSp modSp new mod">
        <pc:chgData name="yuuu._. Y" userId="19af577c7ce60c68" providerId="LiveId" clId="{AD5E2747-C619-4FBD-AC8D-64A39365E721}" dt="2026-06-11T12:04:30.970" v="878" actId="14100"/>
        <pc:sldMkLst>
          <pc:docMk/>
          <pc:sldMk cId="1618232910" sldId="281"/>
        </pc:sldMkLst>
        <pc:spChg chg="mod">
          <ac:chgData name="yuuu._. Y" userId="19af577c7ce60c68" providerId="LiveId" clId="{AD5E2747-C619-4FBD-AC8D-64A39365E721}" dt="2026-06-11T12:04:10.720" v="870" actId="207"/>
          <ac:spMkLst>
            <pc:docMk/>
            <pc:sldMk cId="1618232910" sldId="281"/>
            <ac:spMk id="2" creationId="{6188B713-8FF9-23A7-10DF-BD6C1D073C8A}"/>
          </ac:spMkLst>
        </pc:spChg>
        <pc:graphicFrameChg chg="add mod modGraphic">
          <ac:chgData name="yuuu._. Y" userId="19af577c7ce60c68" providerId="LiveId" clId="{AD5E2747-C619-4FBD-AC8D-64A39365E721}" dt="2026-06-11T12:04:30.970" v="878" actId="14100"/>
          <ac:graphicFrameMkLst>
            <pc:docMk/>
            <pc:sldMk cId="1618232910" sldId="281"/>
            <ac:graphicFrameMk id="6" creationId="{D2570DFD-08B9-92F5-8707-DA5B77CF2AE3}"/>
          </ac:graphicFrameMkLst>
        </pc:graphicFrameChg>
        <pc:picChg chg="add mod">
          <ac:chgData name="yuuu._. Y" userId="19af577c7ce60c68" providerId="LiveId" clId="{AD5E2747-C619-4FBD-AC8D-64A39365E721}" dt="2026-06-11T12:04:24.774" v="876" actId="14100"/>
          <ac:picMkLst>
            <pc:docMk/>
            <pc:sldMk cId="1618232910" sldId="281"/>
            <ac:picMk id="7" creationId="{1053DB74-678D-DF72-E17A-088150C4962E}"/>
          </ac:picMkLst>
        </pc:picChg>
      </pc:sldChg>
      <pc:sldChg chg="addSp delSp modSp new mod">
        <pc:chgData name="yuuu._. Y" userId="19af577c7ce60c68" providerId="LiveId" clId="{AD5E2747-C619-4FBD-AC8D-64A39365E721}" dt="2026-06-11T12:05:14.022" v="894" actId="1076"/>
        <pc:sldMkLst>
          <pc:docMk/>
          <pc:sldMk cId="3376137003" sldId="282"/>
        </pc:sldMkLst>
        <pc:spChg chg="mod">
          <ac:chgData name="yuuu._. Y" userId="19af577c7ce60c68" providerId="LiveId" clId="{AD5E2747-C619-4FBD-AC8D-64A39365E721}" dt="2026-06-11T12:05:04.054" v="890" actId="1076"/>
          <ac:spMkLst>
            <pc:docMk/>
            <pc:sldMk cId="3376137003" sldId="282"/>
            <ac:spMk id="2" creationId="{094E9E72-8026-9218-9AE0-E5B3C04DEB21}"/>
          </ac:spMkLst>
        </pc:spChg>
        <pc:picChg chg="add mod">
          <ac:chgData name="yuuu._. Y" userId="19af577c7ce60c68" providerId="LiveId" clId="{AD5E2747-C619-4FBD-AC8D-64A39365E721}" dt="2026-06-11T12:05:14.022" v="894" actId="1076"/>
          <ac:picMkLst>
            <pc:docMk/>
            <pc:sldMk cId="3376137003" sldId="282"/>
            <ac:picMk id="5" creationId="{CA4988D3-650E-6ED2-92FA-ADF97CF7C6F1}"/>
          </ac:picMkLst>
        </pc:picChg>
      </pc:sldChg>
      <pc:sldChg chg="addSp delSp modSp new mod">
        <pc:chgData name="yuuu._. Y" userId="19af577c7ce60c68" providerId="LiveId" clId="{AD5E2747-C619-4FBD-AC8D-64A39365E721}" dt="2026-06-11T12:08:17.440" v="896" actId="207"/>
        <pc:sldMkLst>
          <pc:docMk/>
          <pc:sldMk cId="45591718" sldId="283"/>
        </pc:sldMkLst>
        <pc:spChg chg="mod">
          <ac:chgData name="yuuu._. Y" userId="19af577c7ce60c68" providerId="LiveId" clId="{AD5E2747-C619-4FBD-AC8D-64A39365E721}" dt="2026-06-11T12:08:17.440" v="896" actId="207"/>
          <ac:spMkLst>
            <pc:docMk/>
            <pc:sldMk cId="45591718" sldId="283"/>
            <ac:spMk id="2" creationId="{04F53117-E0B7-AD20-5031-696381BB97DD}"/>
          </ac:spMkLst>
        </pc:spChg>
      </pc:sldChg>
      <pc:sldChg chg="delSp modSp new mod">
        <pc:chgData name="yuuu._. Y" userId="19af577c7ce60c68" providerId="LiveId" clId="{AD5E2747-C619-4FBD-AC8D-64A39365E721}" dt="2026-06-11T12:12:32.805" v="929" actId="1076"/>
        <pc:sldMkLst>
          <pc:docMk/>
          <pc:sldMk cId="3787390960" sldId="284"/>
        </pc:sldMkLst>
        <pc:spChg chg="mod">
          <ac:chgData name="yuuu._. Y" userId="19af577c7ce60c68" providerId="LiveId" clId="{AD5E2747-C619-4FBD-AC8D-64A39365E721}" dt="2026-06-11T12:12:32.805" v="929" actId="1076"/>
          <ac:spMkLst>
            <pc:docMk/>
            <pc:sldMk cId="3787390960" sldId="284"/>
            <ac:spMk id="2" creationId="{A552161D-BFF3-CB78-62D9-0C9489F4803B}"/>
          </ac:spMkLst>
        </pc:spChg>
      </pc:sldChg>
      <pc:sldChg chg="modSp mod">
        <pc:chgData name="yuuu._. Y" userId="19af577c7ce60c68" providerId="LiveId" clId="{AD5E2747-C619-4FBD-AC8D-64A39365E721}" dt="2026-06-13T06:55:46.803" v="959" actId="403"/>
        <pc:sldMkLst>
          <pc:docMk/>
          <pc:sldMk cId="2144958170" sldId="294"/>
        </pc:sldMkLst>
        <pc:spChg chg="mod">
          <ac:chgData name="yuuu._. Y" userId="19af577c7ce60c68" providerId="LiveId" clId="{AD5E2747-C619-4FBD-AC8D-64A39365E721}" dt="2026-06-13T06:55:46.803" v="959" actId="403"/>
          <ac:spMkLst>
            <pc:docMk/>
            <pc:sldMk cId="2144958170" sldId="294"/>
            <ac:spMk id="3" creationId="{95D845E7-6B73-ED74-7F57-DCDD62BF07C1}"/>
          </ac:spMkLst>
        </pc:spChg>
        <pc:spChg chg="mod">
          <ac:chgData name="yuuu._. Y" userId="19af577c7ce60c68" providerId="LiveId" clId="{AD5E2747-C619-4FBD-AC8D-64A39365E721}" dt="2026-06-13T06:54:45.950" v="937" actId="1076"/>
          <ac:spMkLst>
            <pc:docMk/>
            <pc:sldMk cId="2144958170" sldId="294"/>
            <ac:spMk id="4" creationId="{253E507E-38D1-380E-10C6-47C75F7AE809}"/>
          </ac:spMkLst>
        </pc:spChg>
      </pc:sldChg>
      <pc:sldChg chg="modSp mod">
        <pc:chgData name="yuuu._. Y" userId="19af577c7ce60c68" providerId="LiveId" clId="{AD5E2747-C619-4FBD-AC8D-64A39365E721}" dt="2026-06-13T06:56:29.362" v="963" actId="403"/>
        <pc:sldMkLst>
          <pc:docMk/>
          <pc:sldMk cId="2514739088" sldId="295"/>
        </pc:sldMkLst>
        <pc:spChg chg="mod">
          <ac:chgData name="yuuu._. Y" userId="19af577c7ce60c68" providerId="LiveId" clId="{AD5E2747-C619-4FBD-AC8D-64A39365E721}" dt="2026-06-13T06:56:29.362" v="963" actId="403"/>
          <ac:spMkLst>
            <pc:docMk/>
            <pc:sldMk cId="2514739088" sldId="295"/>
            <ac:spMk id="5" creationId="{A3B708B0-787B-57D1-4DDC-D84094A71224}"/>
          </ac:spMkLst>
        </pc:spChg>
      </pc:sldChg>
      <pc:sldChg chg="addSp modSp mod">
        <pc:chgData name="yuuu._. Y" userId="19af577c7ce60c68" providerId="LiveId" clId="{AD5E2747-C619-4FBD-AC8D-64A39365E721}" dt="2026-06-13T07:03:35.175" v="1063" actId="1076"/>
        <pc:sldMkLst>
          <pc:docMk/>
          <pc:sldMk cId="322927983" sldId="296"/>
        </pc:sldMkLst>
        <pc:spChg chg="mod">
          <ac:chgData name="yuuu._. Y" userId="19af577c7ce60c68" providerId="LiveId" clId="{AD5E2747-C619-4FBD-AC8D-64A39365E721}" dt="2026-06-13T07:02:33.530" v="1060" actId="108"/>
          <ac:spMkLst>
            <pc:docMk/>
            <pc:sldMk cId="322927983" sldId="296"/>
            <ac:spMk id="4" creationId="{04C1EA52-D32C-F005-EE3E-5B4C370ACEA2}"/>
          </ac:spMkLst>
        </pc:spChg>
        <pc:picChg chg="add mod">
          <ac:chgData name="yuuu._. Y" userId="19af577c7ce60c68" providerId="LiveId" clId="{AD5E2747-C619-4FBD-AC8D-64A39365E721}" dt="2026-06-13T07:00:17.494" v="1013" actId="1076"/>
          <ac:picMkLst>
            <pc:docMk/>
            <pc:sldMk cId="322927983" sldId="296"/>
            <ac:picMk id="2" creationId="{4C7B867A-4D11-2D29-A2D1-7C7244F60D4D}"/>
          </ac:picMkLst>
        </pc:picChg>
        <pc:picChg chg="add mod">
          <ac:chgData name="yuuu._. Y" userId="19af577c7ce60c68" providerId="LiveId" clId="{AD5E2747-C619-4FBD-AC8D-64A39365E721}" dt="2026-06-13T07:03:35.175" v="1063" actId="1076"/>
          <ac:picMkLst>
            <pc:docMk/>
            <pc:sldMk cId="322927983" sldId="296"/>
            <ac:picMk id="3" creationId="{C0C6D7E6-5223-4B42-7181-CE0ACA961EEA}"/>
          </ac:picMkLst>
        </pc:picChg>
        <pc:picChg chg="mod">
          <ac:chgData name="yuuu._. Y" userId="19af577c7ce60c68" providerId="LiveId" clId="{AD5E2747-C619-4FBD-AC8D-64A39365E721}" dt="2026-06-13T07:00:14.262" v="1011" actId="1076"/>
          <ac:picMkLst>
            <pc:docMk/>
            <pc:sldMk cId="322927983" sldId="296"/>
            <ac:picMk id="5" creationId="{89AB4158-6680-7B89-F1B8-D767A3B8A94E}"/>
          </ac:picMkLst>
        </pc:picChg>
        <pc:picChg chg="mod">
          <ac:chgData name="yuuu._. Y" userId="19af577c7ce60c68" providerId="LiveId" clId="{AD5E2747-C619-4FBD-AC8D-64A39365E721}" dt="2026-06-13T07:00:16.238" v="1012" actId="1076"/>
          <ac:picMkLst>
            <pc:docMk/>
            <pc:sldMk cId="322927983" sldId="296"/>
            <ac:picMk id="6" creationId="{FA918036-F528-7161-1BD0-DB7E704FF2F4}"/>
          </ac:picMkLst>
        </pc:picChg>
      </pc:sldChg>
      <pc:sldChg chg="addSp delSp modSp new mod">
        <pc:chgData name="yuuu._. Y" userId="19af577c7ce60c68" providerId="LiveId" clId="{AD5E2747-C619-4FBD-AC8D-64A39365E721}" dt="2026-06-13T07:02:51.705" v="1062" actId="11"/>
        <pc:sldMkLst>
          <pc:docMk/>
          <pc:sldMk cId="806821269" sldId="297"/>
        </pc:sldMkLst>
        <pc:spChg chg="del">
          <ac:chgData name="yuuu._. Y" userId="19af577c7ce60c68" providerId="LiveId" clId="{AD5E2747-C619-4FBD-AC8D-64A39365E721}" dt="2026-06-13T07:00:30.119" v="1016" actId="478"/>
          <ac:spMkLst>
            <pc:docMk/>
            <pc:sldMk cId="806821269" sldId="297"/>
            <ac:spMk id="2" creationId="{11AAB74F-72E3-B5EB-3BD6-0C4C8FFBB0F7}"/>
          </ac:spMkLst>
        </pc:spChg>
        <pc:spChg chg="del">
          <ac:chgData name="yuuu._. Y" userId="19af577c7ce60c68" providerId="LiveId" clId="{AD5E2747-C619-4FBD-AC8D-64A39365E721}" dt="2026-06-13T07:00:35.507" v="1019" actId="478"/>
          <ac:spMkLst>
            <pc:docMk/>
            <pc:sldMk cId="806821269" sldId="297"/>
            <ac:spMk id="3" creationId="{C6F009E6-0EF7-7F6C-7E73-2B186FD71783}"/>
          </ac:spMkLst>
        </pc:spChg>
        <pc:spChg chg="add del mod">
          <ac:chgData name="yuuu._. Y" userId="19af577c7ce60c68" providerId="LiveId" clId="{AD5E2747-C619-4FBD-AC8D-64A39365E721}" dt="2026-06-13T07:00:33.341" v="1018" actId="478"/>
          <ac:spMkLst>
            <pc:docMk/>
            <pc:sldMk cId="806821269" sldId="297"/>
            <ac:spMk id="4" creationId="{FD733C51-9099-450D-93F6-85B3B4E82E14}"/>
          </ac:spMkLst>
        </pc:spChg>
        <pc:spChg chg="add mod">
          <ac:chgData name="yuuu._. Y" userId="19af577c7ce60c68" providerId="LiveId" clId="{AD5E2747-C619-4FBD-AC8D-64A39365E721}" dt="2026-06-13T07:02:51.705" v="1062" actId="11"/>
          <ac:spMkLst>
            <pc:docMk/>
            <pc:sldMk cId="806821269" sldId="297"/>
            <ac:spMk id="5" creationId="{1D5353F4-D48B-D8FF-7503-3D93EB4AC29E}"/>
          </ac:spMkLst>
        </pc:spChg>
        <pc:picChg chg="add mod">
          <ac:chgData name="yuuu._. Y" userId="19af577c7ce60c68" providerId="LiveId" clId="{AD5E2747-C619-4FBD-AC8D-64A39365E721}" dt="2026-06-13T07:01:59.703" v="1053" actId="14100"/>
          <ac:picMkLst>
            <pc:docMk/>
            <pc:sldMk cId="806821269" sldId="297"/>
            <ac:picMk id="6" creationId="{26AB4CFC-547C-1A25-7B61-5A9BE87FECCB}"/>
          </ac:picMkLst>
        </pc:picChg>
        <pc:picChg chg="add mod">
          <ac:chgData name="yuuu._. Y" userId="19af577c7ce60c68" providerId="LiveId" clId="{AD5E2747-C619-4FBD-AC8D-64A39365E721}" dt="2026-06-13T07:02:14.878" v="1059" actId="14100"/>
          <ac:picMkLst>
            <pc:docMk/>
            <pc:sldMk cId="806821269" sldId="297"/>
            <ac:picMk id="7" creationId="{83046EE1-D571-351E-7252-C3980D36D5A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EA110923-EBC3-D376-024F-DCE43E723E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B24B3235-ADD1-6FFB-5CF4-42F1861338C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1683B1-FA91-4C3B-AB30-173E6A6E9C2B}" type="datetimeFigureOut">
              <a:rPr lang="zh-TW" altLang="en-US" smtClean="0"/>
              <a:t>2026/6/21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80CD4A7-8CAD-B161-6EE2-C5EF26DC0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7AEA2B7-F50F-D59C-415E-3BB4B8F3D1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C5DFED-1AEE-4C23-BFFB-73D0EFDF57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162943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B6BAB8-0197-426F-8FC5-09160619C8D1}" type="datetimeFigureOut">
              <a:rPr lang="zh-TW" altLang="en-US" smtClean="0"/>
              <a:t>2026/6/21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7436DF-A453-4BAF-92A2-DCD0F9700A9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078753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7436DF-A453-4BAF-92A2-DCD0F9700A96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16189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7436DF-A453-4BAF-92A2-DCD0F9700A96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72311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7436DF-A453-4BAF-92A2-DCD0F9700A96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60306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7436DF-A453-4BAF-92A2-DCD0F9700A96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86348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CCB57-3C55-0435-4EEA-FBDA4F9D5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96F7F01-11B5-41FE-6068-2C63C3C62E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EEAF9BE-150C-139F-534A-1A8EA0AF17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B658299-8B2D-226D-A1E9-51EBE8F4AA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7436DF-A453-4BAF-92A2-DCD0F9700A96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16757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1</a:t>
            </a:r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CC56E-C31A-4EF3-BCA0-2E7C98BA279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3204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0461" y="2235403"/>
            <a:ext cx="8596668" cy="3880773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59205106-8DD6-5374-2C5B-73B79E921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341670" y="6395866"/>
            <a:ext cx="683339" cy="365125"/>
          </a:xfrm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fld id="{34BCC56E-C31A-4EF3-BCA0-2E7C98BA279C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56679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891E6C4B-0A77-D6F0-1AC8-8F04C09D9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BB4A3065-7648-F477-C999-F54F09742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1</a:t>
            </a:r>
            <a:endParaRPr lang="zh-TW" altLang="en-US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32EC66A9-176B-38FA-7A46-D29A480FA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236192" y="6362615"/>
            <a:ext cx="683339" cy="365125"/>
          </a:xfrm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fld id="{34BCC56E-C31A-4EF3-BCA0-2E7C98BA279C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04782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1</a:t>
            </a:r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-236192" y="6362615"/>
            <a:ext cx="683339" cy="365125"/>
          </a:xfrm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fld id="{34BCC56E-C31A-4EF3-BCA0-2E7C98BA279C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89104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1</a:t>
            </a:r>
            <a:endParaRPr lang="zh-TW" altLang="en-US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64B30452-96D3-317C-459A-2D9611931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236192" y="6362615"/>
            <a:ext cx="683339" cy="365125"/>
          </a:xfrm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fld id="{34BCC56E-C31A-4EF3-BCA0-2E7C98BA279C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31762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1</a:t>
            </a:r>
            <a:endParaRPr lang="zh-TW" altLang="en-US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61F2DB1E-D86C-1883-F16F-C5D8016AC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236192" y="6362615"/>
            <a:ext cx="683339" cy="365125"/>
          </a:xfrm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fld id="{34BCC56E-C31A-4EF3-BCA0-2E7C98BA279C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01504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1</a:t>
            </a:r>
            <a:endParaRPr lang="zh-TW" altLang="en-US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B1331CAB-BF67-1772-DF0C-D581176F1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236192" y="6362615"/>
            <a:ext cx="683339" cy="365125"/>
          </a:xfrm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fld id="{34BCC56E-C31A-4EF3-BCA0-2E7C98BA279C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04966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1</a:t>
            </a:r>
            <a:endParaRPr lang="zh-TW" altLang="en-US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9600E911-0E5B-2F66-E92D-6E28893C6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236192" y="6362615"/>
            <a:ext cx="683339" cy="365125"/>
          </a:xfrm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fld id="{34BCC56E-C31A-4EF3-BCA0-2E7C98BA279C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53041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1</a:t>
            </a:r>
            <a:endParaRPr lang="zh-TW" altLang="en-US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E27E5A70-FDD5-039C-6E6F-0050C1AAB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236192" y="6362615"/>
            <a:ext cx="683339" cy="365125"/>
          </a:xfrm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fld id="{34BCC56E-C31A-4EF3-BCA0-2E7C98BA279C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79421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1</a:t>
            </a:r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1FD3AE-265C-40FA-8492-03F6E398F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236192" y="6362615"/>
            <a:ext cx="683339" cy="365125"/>
          </a:xfrm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fld id="{34BCC56E-C31A-4EF3-BCA0-2E7C98BA279C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86276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1</a:t>
            </a:r>
            <a:endParaRPr lang="zh-TW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22138-D32B-218F-D12C-585A51969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236192" y="6362615"/>
            <a:ext cx="683339" cy="365125"/>
          </a:xfrm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fld id="{34BCC56E-C31A-4EF3-BCA0-2E7C98BA279C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492344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1</a:t>
            </a:r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B858EE-F45C-B05D-252E-02ECDE4A6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236192" y="6362615"/>
            <a:ext cx="683339" cy="365125"/>
          </a:xfrm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fld id="{34BCC56E-C31A-4EF3-BCA0-2E7C98BA279C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211169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1</a:t>
            </a:r>
            <a:endParaRPr lang="zh-TW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434764-4371-3BF6-E009-82ABF07EC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236192" y="6362615"/>
            <a:ext cx="683339" cy="365125"/>
          </a:xfrm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fld id="{34BCC56E-C31A-4EF3-BCA0-2E7C98BA279C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889784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1</a:t>
            </a:r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B3FA59-DB32-AE2F-C1F1-4F7ACB763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236192" y="6362615"/>
            <a:ext cx="683339" cy="365125"/>
          </a:xfrm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fld id="{34BCC56E-C31A-4EF3-BCA0-2E7C98BA279C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225746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1</a:t>
            </a:r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C15E90-3E5B-24F2-6354-A80D2EB95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236192" y="6362615"/>
            <a:ext cx="683339" cy="365125"/>
          </a:xfrm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fld id="{34BCC56E-C31A-4EF3-BCA0-2E7C98BA279C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60937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1</a:t>
            </a:r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3FF7C6-C35A-431F-6D31-ECF263D33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236192" y="6362615"/>
            <a:ext cx="683339" cy="365125"/>
          </a:xfrm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fld id="{34BCC56E-C31A-4EF3-BCA0-2E7C98BA279C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98676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TW"/>
              <a:t>1</a:t>
            </a:r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4BCC56E-C31A-4EF3-BCA0-2E7C98BA279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377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741" r:id="rId16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5C81324-1368-A7AF-3938-725C3168F6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1602675"/>
            <a:ext cx="7766936" cy="1646302"/>
          </a:xfrm>
        </p:spPr>
        <p:txBody>
          <a:bodyPr/>
          <a:lstStyle/>
          <a:p>
            <a:pPr algn="ctr"/>
            <a:r>
              <a:rPr lang="zh-TW" altLang="en-US" sz="72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團購系統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946DCA0-1249-0A03-FA5B-4B02FCD745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8227776" cy="1096899"/>
          </a:xfrm>
        </p:spPr>
        <p:txBody>
          <a:bodyPr>
            <a:normAutofit/>
          </a:bodyPr>
          <a:lstStyle/>
          <a:p>
            <a:pPr algn="ctr"/>
            <a:r>
              <a:rPr lang="zh-TW" altLang="en-US" sz="32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組員</a:t>
            </a:r>
            <a:r>
              <a:rPr lang="en-US" altLang="zh-TW" sz="32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32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李彩甄、陳彥妤、鄭又瑄、謝於潔</a:t>
            </a:r>
          </a:p>
        </p:txBody>
      </p:sp>
      <p:sp>
        <p:nvSpPr>
          <p:cNvPr id="7" name="文字方塊 6"/>
          <p:cNvSpPr txBox="1"/>
          <p:nvPr/>
        </p:nvSpPr>
        <p:spPr>
          <a:xfrm>
            <a:off x="11734372" y="6444342"/>
            <a:ext cx="2921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6915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6A86C6-55AD-802F-4BD8-8FA76A675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9" y="696324"/>
            <a:ext cx="8596668" cy="1320800"/>
          </a:xfrm>
        </p:spPr>
        <p:txBody>
          <a:bodyPr/>
          <a:lstStyle/>
          <a:p>
            <a:r>
              <a:rPr lang="zh-TW" altLang="en-US" dirty="0">
                <a:solidFill>
                  <a:schemeClr val="tx1"/>
                </a:solidFill>
              </a:rPr>
              <a:t>目錄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1A54E6F-87F1-B6E3-70B0-247BE084F7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499" y="1890944"/>
            <a:ext cx="8596668" cy="4336853"/>
          </a:xfrm>
        </p:spPr>
        <p:txBody>
          <a:bodyPr numCol="2">
            <a:noAutofit/>
          </a:bodyPr>
          <a:lstStyle/>
          <a:p>
            <a:pPr>
              <a:lnSpc>
                <a:spcPct val="200000"/>
              </a:lnSpc>
            </a:pPr>
            <a:r>
              <a:rPr lang="zh-TW" altLang="zh-TW" sz="2600" dirty="0"/>
              <a:t>系統需求說明</a:t>
            </a:r>
          </a:p>
          <a:p>
            <a:pPr>
              <a:lnSpc>
                <a:spcPct val="200000"/>
              </a:lnSpc>
            </a:pPr>
            <a:r>
              <a:rPr lang="zh-TW" altLang="zh-TW" sz="2600" dirty="0"/>
              <a:t>完整</a:t>
            </a:r>
            <a:r>
              <a:rPr lang="en-US" altLang="zh-TW" sz="2600" dirty="0"/>
              <a:t> ER </a:t>
            </a:r>
            <a:r>
              <a:rPr lang="zh-TW" altLang="zh-TW" sz="2600" dirty="0"/>
              <a:t>圖</a:t>
            </a:r>
          </a:p>
          <a:p>
            <a:pPr>
              <a:lnSpc>
                <a:spcPct val="200000"/>
              </a:lnSpc>
            </a:pPr>
            <a:r>
              <a:rPr lang="en-US" altLang="zh-TW" sz="2600" dirty="0"/>
              <a:t>schema</a:t>
            </a:r>
          </a:p>
          <a:p>
            <a:pPr>
              <a:lnSpc>
                <a:spcPct val="200000"/>
              </a:lnSpc>
            </a:pPr>
            <a:endParaRPr lang="en-US" altLang="zh-TW" sz="2600" dirty="0"/>
          </a:p>
          <a:p>
            <a:pPr>
              <a:lnSpc>
                <a:spcPct val="200000"/>
              </a:lnSpc>
            </a:pPr>
            <a:r>
              <a:rPr lang="zh-TW" altLang="zh-TW" sz="2800" dirty="0">
                <a:solidFill>
                  <a:schemeClr val="tx1"/>
                </a:solidFill>
              </a:rPr>
              <a:t>資料概念層模型</a:t>
            </a:r>
            <a:endParaRPr lang="en-US" altLang="zh-TW" sz="2600" dirty="0"/>
          </a:p>
          <a:p>
            <a:pPr>
              <a:lnSpc>
                <a:spcPct val="200000"/>
              </a:lnSpc>
            </a:pPr>
            <a:r>
              <a:rPr lang="zh-TW" altLang="en-US" sz="2600" dirty="0"/>
              <a:t>實體資料</a:t>
            </a:r>
            <a:endParaRPr lang="en-US" altLang="zh-TW" sz="2600" dirty="0"/>
          </a:p>
          <a:p>
            <a:pPr>
              <a:lnSpc>
                <a:spcPct val="200000"/>
              </a:lnSpc>
            </a:pPr>
            <a:r>
              <a:rPr lang="zh-TW" altLang="en-US" sz="2600" dirty="0"/>
              <a:t>外層</a:t>
            </a:r>
            <a:r>
              <a:rPr lang="en-US" altLang="zh-TW" sz="2600" dirty="0"/>
              <a:t>View</a:t>
            </a:r>
            <a:r>
              <a:rPr lang="zh-TW" altLang="en-US" sz="2600" dirty="0"/>
              <a:t>  </a:t>
            </a:r>
          </a:p>
        </p:txBody>
      </p:sp>
      <p:sp>
        <p:nvSpPr>
          <p:cNvPr id="8" name="文字方塊 7"/>
          <p:cNvSpPr txBox="1"/>
          <p:nvPr/>
        </p:nvSpPr>
        <p:spPr>
          <a:xfrm>
            <a:off x="11821457" y="6505302"/>
            <a:ext cx="2921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0222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3BD193C-9C15-AA0D-4A40-49A16307B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>
                <a:solidFill>
                  <a:schemeClr val="tx1"/>
                </a:solidFill>
              </a:rPr>
              <a:t>系統需求說明</a:t>
            </a:r>
            <a:br>
              <a:rPr lang="zh-TW" altLang="zh-TW" dirty="0">
                <a:solidFill>
                  <a:schemeClr val="tx1"/>
                </a:solidFill>
              </a:rPr>
            </a:b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7AE1135-54CE-0E29-F3D9-B07E22AFD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63439"/>
            <a:ext cx="8596668" cy="4697411"/>
          </a:xfrm>
        </p:spPr>
        <p:txBody>
          <a:bodyPr>
            <a:noAutofit/>
          </a:bodyPr>
          <a:lstStyle/>
          <a:p>
            <a:pPr lvl="0">
              <a:buFont typeface="Wingdings" panose="05000000000000000000" pitchFamily="2" charset="2"/>
              <a:buChar char="l"/>
            </a:pPr>
            <a:r>
              <a:rPr lang="zh-TW" altLang="zh-TW" sz="2000" dirty="0"/>
              <a:t>會員角色使用的功能</a:t>
            </a:r>
          </a:p>
          <a:p>
            <a:pPr lvl="2"/>
            <a:r>
              <a:rPr lang="zh-TW" altLang="zh-TW" sz="2000" dirty="0"/>
              <a:t>註冊</a:t>
            </a:r>
          </a:p>
          <a:p>
            <a:pPr lvl="2"/>
            <a:r>
              <a:rPr lang="zh-TW" altLang="zh-TW" sz="2000" dirty="0"/>
              <a:t>查看貼文</a:t>
            </a:r>
          </a:p>
          <a:p>
            <a:pPr lvl="2"/>
            <a:r>
              <a:rPr lang="zh-TW" altLang="zh-TW" sz="2000" dirty="0"/>
              <a:t>商品搜尋</a:t>
            </a:r>
          </a:p>
          <a:p>
            <a:pPr lvl="2"/>
            <a:r>
              <a:rPr lang="zh-TW" altLang="zh-TW" sz="2000" dirty="0"/>
              <a:t>查看訂單狀態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zh-TW" altLang="zh-TW" sz="2000" dirty="0"/>
              <a:t>團主角色的功能</a:t>
            </a:r>
          </a:p>
          <a:p>
            <a:pPr lvl="2"/>
            <a:r>
              <a:rPr lang="zh-TW" altLang="zh-TW" sz="2000" dirty="0"/>
              <a:t>查看會員</a:t>
            </a:r>
          </a:p>
          <a:p>
            <a:pPr lvl="2"/>
            <a:r>
              <a:rPr lang="zh-TW" altLang="zh-TW" sz="2000" dirty="0"/>
              <a:t>商品管理</a:t>
            </a:r>
          </a:p>
          <a:p>
            <a:pPr lvl="2"/>
            <a:r>
              <a:rPr lang="zh-TW" altLang="zh-TW" sz="2000" dirty="0"/>
              <a:t>發表貼文</a:t>
            </a:r>
            <a:endParaRPr lang="en-US" altLang="zh-TW" sz="2000" dirty="0"/>
          </a:p>
          <a:p>
            <a:pPr lvl="2"/>
            <a:r>
              <a:rPr lang="zh-TW" altLang="zh-TW" sz="2000" dirty="0"/>
              <a:t>訂單管理</a:t>
            </a:r>
            <a:endParaRPr lang="zh-TW" altLang="en-US" sz="20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BDE65D6-89D4-60C4-2FFC-564AC86F1E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0985" y="1270000"/>
            <a:ext cx="4674640" cy="442664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文字方塊 6"/>
          <p:cNvSpPr txBox="1"/>
          <p:nvPr/>
        </p:nvSpPr>
        <p:spPr>
          <a:xfrm>
            <a:off x="11838875" y="6514010"/>
            <a:ext cx="2921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81450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E75F8A1-A6C4-F600-31B7-B9DE2A35EE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162975"/>
            <a:ext cx="7463489" cy="5961354"/>
          </a:xfrm>
        </p:spPr>
        <p:txBody>
          <a:bodyPr numCol="2">
            <a:noAutofit/>
          </a:bodyPr>
          <a:lstStyle/>
          <a:p>
            <a:pPr lvl="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zh-TW" sz="2000" dirty="0"/>
              <a:t>註冊</a:t>
            </a:r>
            <a:endParaRPr lang="en-US" altLang="zh-TW" sz="2000" dirty="0"/>
          </a:p>
          <a:p>
            <a:pPr lvl="1">
              <a:lnSpc>
                <a:spcPct val="150000"/>
              </a:lnSpc>
            </a:pPr>
            <a:r>
              <a:rPr lang="zh-TW" altLang="zh-TW" sz="2000" dirty="0"/>
              <a:t>會員註冊</a:t>
            </a:r>
            <a:endParaRPr lang="en-US" altLang="zh-TW" sz="2000" dirty="0"/>
          </a:p>
          <a:p>
            <a:pPr lvl="1">
              <a:lnSpc>
                <a:spcPct val="150000"/>
              </a:lnSpc>
            </a:pPr>
            <a:r>
              <a:rPr lang="zh-TW" altLang="zh-TW" sz="2000" dirty="0"/>
              <a:t>會員登入</a:t>
            </a:r>
            <a:endParaRPr lang="en-US" altLang="zh-TW" sz="2000" dirty="0"/>
          </a:p>
          <a:p>
            <a:pPr lvl="1">
              <a:lnSpc>
                <a:spcPct val="150000"/>
              </a:lnSpc>
            </a:pPr>
            <a:r>
              <a:rPr lang="zh-TW" altLang="zh-TW" sz="2000" dirty="0"/>
              <a:t>填寫個人資料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zh-TW" sz="2000" dirty="0"/>
              <a:t>查看貼文</a:t>
            </a:r>
            <a:endParaRPr lang="en-US" altLang="zh-TW" sz="2000" dirty="0"/>
          </a:p>
          <a:p>
            <a:pPr lvl="1">
              <a:lnSpc>
                <a:spcPct val="150000"/>
              </a:lnSpc>
            </a:pPr>
            <a:r>
              <a:rPr lang="zh-TW" altLang="zh-TW" sz="2000" dirty="0"/>
              <a:t>參與團購</a:t>
            </a:r>
            <a:endParaRPr lang="en-US" altLang="zh-TW" sz="2000" dirty="0"/>
          </a:p>
          <a:p>
            <a:pPr lvl="1">
              <a:lnSpc>
                <a:spcPct val="150000"/>
              </a:lnSpc>
            </a:pPr>
            <a:r>
              <a:rPr lang="zh-TW" altLang="zh-TW" sz="2000" dirty="0"/>
              <a:t>查看熱門團購</a:t>
            </a:r>
            <a:endParaRPr lang="en-US" altLang="zh-TW" sz="2000" dirty="0"/>
          </a:p>
          <a:p>
            <a:pPr lvl="1">
              <a:lnSpc>
                <a:spcPct val="150000"/>
              </a:lnSpc>
            </a:pPr>
            <a:r>
              <a:rPr lang="zh-TW" altLang="zh-TW" sz="2000" dirty="0"/>
              <a:t>查看團購資訊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TW" sz="2000" dirty="0"/>
          </a:p>
          <a:p>
            <a:pPr marL="0" lvl="0" indent="0">
              <a:lnSpc>
                <a:spcPct val="150000"/>
              </a:lnSpc>
              <a:buNone/>
            </a:pPr>
            <a:endParaRPr lang="en-US" altLang="zh-TW" sz="2000" dirty="0"/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zh-TW" sz="2000" dirty="0"/>
              <a:t>商品搜尋</a:t>
            </a:r>
            <a:endParaRPr lang="en-US" altLang="zh-TW" sz="2000" dirty="0"/>
          </a:p>
          <a:p>
            <a:pPr lvl="1">
              <a:lnSpc>
                <a:spcPct val="150000"/>
              </a:lnSpc>
            </a:pPr>
            <a:r>
              <a:rPr lang="zh-TW" altLang="zh-TW" sz="2000" dirty="0"/>
              <a:t>查看商品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zh-TW" sz="2000" dirty="0"/>
              <a:t>查看訂單狀態</a:t>
            </a:r>
            <a:endParaRPr lang="en-US" altLang="zh-TW" sz="2000" dirty="0"/>
          </a:p>
          <a:p>
            <a:pPr lvl="1">
              <a:lnSpc>
                <a:spcPct val="150000"/>
              </a:lnSpc>
            </a:pPr>
            <a:r>
              <a:rPr lang="zh-TW" altLang="zh-TW" sz="2000" dirty="0"/>
              <a:t>使用優惠卷</a:t>
            </a:r>
            <a:endParaRPr lang="en-US" altLang="zh-TW" sz="2000" dirty="0"/>
          </a:p>
          <a:p>
            <a:pPr lvl="1">
              <a:lnSpc>
                <a:spcPct val="150000"/>
              </a:lnSpc>
            </a:pPr>
            <a:r>
              <a:rPr lang="zh-TW" altLang="zh-TW" sz="2000" dirty="0"/>
              <a:t>查看訂單狀態</a:t>
            </a:r>
            <a:endParaRPr lang="en-US" altLang="zh-TW" sz="2000" dirty="0"/>
          </a:p>
          <a:p>
            <a:pPr lvl="1">
              <a:lnSpc>
                <a:spcPct val="150000"/>
              </a:lnSpc>
            </a:pPr>
            <a:r>
              <a:rPr lang="zh-TW" altLang="zh-TW" sz="2000" dirty="0"/>
              <a:t>付款狀態</a:t>
            </a:r>
            <a:endParaRPr lang="en-US" altLang="zh-TW" sz="2000" dirty="0"/>
          </a:p>
          <a:p>
            <a:pPr lvl="1">
              <a:lnSpc>
                <a:spcPct val="150000"/>
              </a:lnSpc>
            </a:pPr>
            <a:r>
              <a:rPr lang="zh-TW" altLang="zh-TW" sz="2000" dirty="0"/>
              <a:t>選擇付款</a:t>
            </a:r>
          </a:p>
          <a:p>
            <a:endParaRPr lang="zh-TW" altLang="en-US" sz="20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A088A48-6C9E-E7C9-104C-57F7336496A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823"/>
          <a:stretch>
            <a:fillRect/>
          </a:stretch>
        </p:blipFill>
        <p:spPr bwMode="auto">
          <a:xfrm>
            <a:off x="7063198" y="1162975"/>
            <a:ext cx="4146768" cy="5004902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標題 1">
            <a:extLst>
              <a:ext uri="{FF2B5EF4-FFF2-40B4-BE49-F238E27FC236}">
                <a16:creationId xmlns:a16="http://schemas.microsoft.com/office/drawing/2014/main" id="{587E5982-AE6C-1672-E3AE-698C154B842B}"/>
              </a:ext>
            </a:extLst>
          </p:cNvPr>
          <p:cNvSpPr txBox="1">
            <a:spLocks/>
          </p:cNvSpPr>
          <p:nvPr/>
        </p:nvSpPr>
        <p:spPr>
          <a:xfrm>
            <a:off x="677334" y="241175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zh-TW" altLang="en-US" sz="2800" dirty="0">
                <a:solidFill>
                  <a:schemeClr val="tx1"/>
                </a:solidFill>
              </a:rPr>
              <a:t>一、 會員</a:t>
            </a:r>
          </a:p>
        </p:txBody>
      </p:sp>
      <p:sp>
        <p:nvSpPr>
          <p:cNvPr id="7" name="文字方塊 6"/>
          <p:cNvSpPr txBox="1"/>
          <p:nvPr/>
        </p:nvSpPr>
        <p:spPr>
          <a:xfrm>
            <a:off x="11840910" y="6496593"/>
            <a:ext cx="2921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6238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53EA841-61D3-9A10-526E-5C2355829B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55938"/>
            <a:ext cx="7241548" cy="5586513"/>
          </a:xfrm>
        </p:spPr>
        <p:txBody>
          <a:bodyPr numCol="2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TW" sz="2000" dirty="0"/>
              <a:t>(</a:t>
            </a:r>
            <a:r>
              <a:rPr lang="zh-TW" altLang="en-US" sz="2000" dirty="0"/>
              <a:t>一</a:t>
            </a:r>
            <a:r>
              <a:rPr lang="en-US" altLang="zh-TW" sz="2000" dirty="0"/>
              <a:t>)</a:t>
            </a:r>
            <a:r>
              <a:rPr lang="zh-TW" altLang="en-US" sz="2000" dirty="0"/>
              <a:t>檢查會員 </a:t>
            </a:r>
            <a:endParaRPr lang="en-US" altLang="zh-TW" sz="20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TW" sz="2000" dirty="0"/>
              <a:t>(</a:t>
            </a:r>
            <a:r>
              <a:rPr lang="zh-TW" altLang="en-US" sz="2000" dirty="0"/>
              <a:t>二</a:t>
            </a:r>
            <a:r>
              <a:rPr lang="en-US" altLang="zh-TW" sz="2000" dirty="0"/>
              <a:t>)</a:t>
            </a:r>
            <a:r>
              <a:rPr lang="zh-TW" altLang="en-US" sz="2000" dirty="0"/>
              <a:t>商品管理 </a:t>
            </a:r>
            <a:endParaRPr lang="en-US" altLang="zh-TW" sz="2000" dirty="0"/>
          </a:p>
          <a:p>
            <a:pPr lvl="1">
              <a:lnSpc>
                <a:spcPct val="150000"/>
              </a:lnSpc>
            </a:pPr>
            <a:r>
              <a:rPr lang="zh-TW" altLang="en-US" sz="2000" dirty="0"/>
              <a:t>查看商品</a:t>
            </a:r>
            <a:endParaRPr lang="en-US" altLang="zh-TW" sz="2000" dirty="0"/>
          </a:p>
          <a:p>
            <a:pPr lvl="1">
              <a:lnSpc>
                <a:spcPct val="150000"/>
              </a:lnSpc>
            </a:pPr>
            <a:r>
              <a:rPr lang="zh-TW" altLang="en-US" sz="2000" dirty="0"/>
              <a:t>新增商品</a:t>
            </a:r>
            <a:endParaRPr lang="en-US" altLang="zh-TW" sz="2000" dirty="0"/>
          </a:p>
          <a:p>
            <a:pPr marL="0" indent="0">
              <a:lnSpc>
                <a:spcPct val="150000"/>
              </a:lnSpc>
              <a:buNone/>
            </a:pPr>
            <a:endParaRPr lang="en-US" altLang="zh-TW" sz="2000" dirty="0"/>
          </a:p>
          <a:p>
            <a:pPr marL="0" indent="0">
              <a:lnSpc>
                <a:spcPct val="150000"/>
              </a:lnSpc>
              <a:buNone/>
            </a:pPr>
            <a:endParaRPr lang="en-US" altLang="zh-TW" sz="2000" dirty="0"/>
          </a:p>
          <a:p>
            <a:pPr marL="0" indent="0">
              <a:lnSpc>
                <a:spcPct val="150000"/>
              </a:lnSpc>
              <a:buNone/>
            </a:pPr>
            <a:endParaRPr lang="en-US" altLang="zh-TW" sz="2000" dirty="0"/>
          </a:p>
          <a:p>
            <a:pPr marL="0" indent="0">
              <a:lnSpc>
                <a:spcPct val="150000"/>
              </a:lnSpc>
              <a:buNone/>
            </a:pPr>
            <a:endParaRPr lang="en-US" altLang="zh-TW" sz="2000" dirty="0"/>
          </a:p>
          <a:p>
            <a:pPr marL="0" indent="0">
              <a:lnSpc>
                <a:spcPct val="150000"/>
              </a:lnSpc>
              <a:buNone/>
            </a:pPr>
            <a:endParaRPr lang="en-US" altLang="zh-TW" sz="20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TW" sz="2000" dirty="0"/>
              <a:t>(</a:t>
            </a:r>
            <a:r>
              <a:rPr lang="zh-TW" altLang="en-US" sz="2000" dirty="0"/>
              <a:t>三</a:t>
            </a:r>
            <a:r>
              <a:rPr lang="en-US" altLang="zh-TW" sz="2000" dirty="0"/>
              <a:t>)</a:t>
            </a:r>
            <a:r>
              <a:rPr lang="zh-TW" altLang="en-US" sz="2000" dirty="0"/>
              <a:t>發貼文 </a:t>
            </a:r>
            <a:endParaRPr lang="en-US" altLang="zh-TW" sz="2000" dirty="0"/>
          </a:p>
          <a:p>
            <a:pPr lvl="1">
              <a:lnSpc>
                <a:spcPct val="150000"/>
              </a:lnSpc>
            </a:pPr>
            <a:r>
              <a:rPr lang="zh-TW" altLang="en-US" sz="2000" dirty="0"/>
              <a:t>建立團購</a:t>
            </a:r>
            <a:r>
              <a:rPr lang="en-US" altLang="zh-TW" sz="2000" dirty="0"/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TW" sz="2000" dirty="0"/>
              <a:t>(</a:t>
            </a:r>
            <a:r>
              <a:rPr lang="zh-TW" altLang="en-US" sz="2000" dirty="0"/>
              <a:t>四</a:t>
            </a:r>
            <a:r>
              <a:rPr lang="en-US" altLang="zh-TW" sz="2000" dirty="0"/>
              <a:t>)</a:t>
            </a:r>
            <a:r>
              <a:rPr lang="zh-TW" altLang="en-US" sz="2000" dirty="0"/>
              <a:t>訂單管理 </a:t>
            </a:r>
            <a:endParaRPr lang="en-US" altLang="zh-TW" sz="2000" dirty="0"/>
          </a:p>
          <a:p>
            <a:pPr lvl="1">
              <a:lnSpc>
                <a:spcPct val="150000"/>
              </a:lnSpc>
            </a:pPr>
            <a:r>
              <a:rPr lang="zh-TW" altLang="en-US" sz="2000" dirty="0"/>
              <a:t>建立訂單 </a:t>
            </a:r>
            <a:endParaRPr lang="en-US" altLang="zh-TW" sz="2000" dirty="0"/>
          </a:p>
          <a:p>
            <a:pPr lvl="1">
              <a:lnSpc>
                <a:spcPct val="150000"/>
              </a:lnSpc>
            </a:pPr>
            <a:r>
              <a:rPr lang="zh-TW" altLang="en-US" sz="2000" dirty="0"/>
              <a:t>查看訂單 </a:t>
            </a:r>
            <a:endParaRPr lang="en-US" altLang="zh-TW" sz="2000" dirty="0"/>
          </a:p>
          <a:p>
            <a:pPr lvl="1">
              <a:lnSpc>
                <a:spcPct val="150000"/>
              </a:lnSpc>
            </a:pPr>
            <a:r>
              <a:rPr lang="zh-TW" altLang="en-US" sz="2000" dirty="0"/>
              <a:t>追蹤訂單 </a:t>
            </a:r>
            <a:endParaRPr lang="en-US" altLang="zh-TW" sz="2000" dirty="0"/>
          </a:p>
          <a:p>
            <a:pPr lvl="1">
              <a:lnSpc>
                <a:spcPct val="150000"/>
              </a:lnSpc>
            </a:pPr>
            <a:r>
              <a:rPr lang="zh-TW" altLang="en-US" sz="2000" dirty="0"/>
              <a:t>管理優惠卷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28C1725-C574-20FB-B621-0832C629191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214" t="15496" r="-2832" b="4843"/>
          <a:stretch/>
        </p:blipFill>
        <p:spPr bwMode="auto">
          <a:xfrm>
            <a:off x="6974436" y="937859"/>
            <a:ext cx="4220306" cy="498228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標題 1">
            <a:extLst>
              <a:ext uri="{FF2B5EF4-FFF2-40B4-BE49-F238E27FC236}">
                <a16:creationId xmlns:a16="http://schemas.microsoft.com/office/drawing/2014/main" id="{D663B287-7752-16CC-FC39-9AA1E155B3F9}"/>
              </a:ext>
            </a:extLst>
          </p:cNvPr>
          <p:cNvSpPr txBox="1">
            <a:spLocks/>
          </p:cNvSpPr>
          <p:nvPr/>
        </p:nvSpPr>
        <p:spPr>
          <a:xfrm>
            <a:off x="677334" y="460601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zh-TW" altLang="en-US" sz="2800" dirty="0">
                <a:solidFill>
                  <a:schemeClr val="tx1"/>
                </a:solidFill>
              </a:rPr>
              <a:t>二、 團主</a:t>
            </a:r>
          </a:p>
        </p:txBody>
      </p:sp>
      <p:sp>
        <p:nvSpPr>
          <p:cNvPr id="8" name="文字方塊 7"/>
          <p:cNvSpPr txBox="1"/>
          <p:nvPr/>
        </p:nvSpPr>
        <p:spPr>
          <a:xfrm>
            <a:off x="11840910" y="6496593"/>
            <a:ext cx="2921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8952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A8498F-126B-3058-CE86-295BCF4DD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343" y="139084"/>
            <a:ext cx="8596668" cy="1320800"/>
          </a:xfrm>
        </p:spPr>
        <p:txBody>
          <a:bodyPr/>
          <a:lstStyle/>
          <a:p>
            <a:r>
              <a:rPr lang="zh-TW" altLang="zh-TW" dirty="0">
                <a:solidFill>
                  <a:schemeClr val="tx1"/>
                </a:solidFill>
              </a:rPr>
              <a:t>完整</a:t>
            </a:r>
            <a:r>
              <a:rPr lang="en-US" altLang="zh-TW" dirty="0">
                <a:solidFill>
                  <a:schemeClr val="tx1"/>
                </a:solidFill>
              </a:rPr>
              <a:t> ER </a:t>
            </a:r>
            <a:r>
              <a:rPr lang="zh-TW" altLang="zh-TW" dirty="0">
                <a:solidFill>
                  <a:schemeClr val="tx1"/>
                </a:solidFill>
              </a:rPr>
              <a:t>圖</a:t>
            </a:r>
            <a:br>
              <a:rPr lang="zh-TW" altLang="zh-TW" dirty="0">
                <a:solidFill>
                  <a:schemeClr val="tx1"/>
                </a:solidFill>
              </a:rPr>
            </a:b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11840910" y="6496593"/>
            <a:ext cx="2921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0F8311B-B58D-15AF-1A97-9872A16F09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2595" y="1162917"/>
            <a:ext cx="7012416" cy="453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312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3EBF8A44-32D4-E357-1CAC-9CF08463A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231" y="155575"/>
            <a:ext cx="8596312" cy="1320800"/>
          </a:xfrm>
        </p:spPr>
        <p:txBody>
          <a:bodyPr/>
          <a:lstStyle/>
          <a:p>
            <a:r>
              <a:rPr lang="en-US" altLang="zh-TW" dirty="0">
                <a:solidFill>
                  <a:schemeClr val="tx1"/>
                </a:solidFill>
              </a:rPr>
              <a:t>schema</a:t>
            </a:r>
            <a:endParaRPr lang="zh-TW" altLang="en-US" dirty="0">
              <a:solidFill>
                <a:schemeClr val="tx1"/>
              </a:solidFill>
            </a:endParaRP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CA4988D3-650E-6ED2-92FA-ADF97CF7C6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366" y="753451"/>
            <a:ext cx="10298307" cy="6014558"/>
          </a:xfrm>
        </p:spPr>
      </p:pic>
      <p:sp>
        <p:nvSpPr>
          <p:cNvPr id="6" name="文字方塊 5"/>
          <p:cNvSpPr txBox="1"/>
          <p:nvPr/>
        </p:nvSpPr>
        <p:spPr>
          <a:xfrm>
            <a:off x="11840910" y="6496593"/>
            <a:ext cx="2921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TW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34865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A535A4-3964-44AA-343C-F133FF718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102" y="0"/>
            <a:ext cx="8596668" cy="1320800"/>
          </a:xfrm>
        </p:spPr>
        <p:txBody>
          <a:bodyPr/>
          <a:lstStyle/>
          <a:p>
            <a:r>
              <a:rPr lang="zh-TW" altLang="en-US" dirty="0">
                <a:solidFill>
                  <a:schemeClr val="tx1"/>
                </a:solidFill>
              </a:rPr>
              <a:t>完整性限制與</a:t>
            </a:r>
            <a:r>
              <a:rPr lang="en-US" altLang="zh-TW" dirty="0">
                <a:solidFill>
                  <a:schemeClr val="tx1"/>
                </a:solidFill>
              </a:rPr>
              <a:t>SQL</a:t>
            </a:r>
            <a:endParaRPr lang="zh-TW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41366A51-70CE-B187-D4FE-EF5B10F173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5077940"/>
              </p:ext>
            </p:extLst>
          </p:nvPr>
        </p:nvGraphicFramePr>
        <p:xfrm>
          <a:off x="4945381" y="820532"/>
          <a:ext cx="7041611" cy="5196428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1066936">
                  <a:extLst>
                    <a:ext uri="{9D8B030D-6E8A-4147-A177-3AD203B41FA5}">
                      <a16:colId xmlns:a16="http://schemas.microsoft.com/office/drawing/2014/main" val="3133550482"/>
                    </a:ext>
                  </a:extLst>
                </a:gridCol>
                <a:gridCol w="1234172">
                  <a:extLst>
                    <a:ext uri="{9D8B030D-6E8A-4147-A177-3AD203B41FA5}">
                      <a16:colId xmlns:a16="http://schemas.microsoft.com/office/drawing/2014/main" val="1001774161"/>
                    </a:ext>
                  </a:extLst>
                </a:gridCol>
                <a:gridCol w="1078448">
                  <a:extLst>
                    <a:ext uri="{9D8B030D-6E8A-4147-A177-3AD203B41FA5}">
                      <a16:colId xmlns:a16="http://schemas.microsoft.com/office/drawing/2014/main" val="3006353561"/>
                    </a:ext>
                  </a:extLst>
                </a:gridCol>
                <a:gridCol w="1240440">
                  <a:extLst>
                    <a:ext uri="{9D8B030D-6E8A-4147-A177-3AD203B41FA5}">
                      <a16:colId xmlns:a16="http://schemas.microsoft.com/office/drawing/2014/main" val="3590134492"/>
                    </a:ext>
                  </a:extLst>
                </a:gridCol>
                <a:gridCol w="2421615">
                  <a:extLst>
                    <a:ext uri="{9D8B030D-6E8A-4147-A177-3AD203B41FA5}">
                      <a16:colId xmlns:a16="http://schemas.microsoft.com/office/drawing/2014/main" val="508176393"/>
                    </a:ext>
                  </a:extLst>
                </a:gridCol>
              </a:tblGrid>
              <a:tr h="5420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100" dirty="0">
                          <a:solidFill>
                            <a:schemeClr val="tx1"/>
                          </a:solidFill>
                          <a:effectLst/>
                        </a:rPr>
                        <a:t>欄位名稱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53978" marR="5397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100" dirty="0">
                          <a:solidFill>
                            <a:schemeClr val="tx1"/>
                          </a:solidFill>
                          <a:effectLst/>
                        </a:rPr>
                        <a:t>欄位說明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53978" marR="5397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100">
                          <a:solidFill>
                            <a:schemeClr val="tx1"/>
                          </a:solidFill>
                          <a:effectLst/>
                        </a:rPr>
                        <a:t>是否可為空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53978" marR="5397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100">
                          <a:solidFill>
                            <a:schemeClr val="tx1"/>
                          </a:solidFill>
                          <a:effectLst/>
                        </a:rPr>
                        <a:t>預設值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53978" marR="5397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domain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53978" marR="5397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998507"/>
                  </a:ext>
                </a:extLst>
              </a:tr>
              <a:tr h="21914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u="sng" kern="100" dirty="0" err="1">
                          <a:solidFill>
                            <a:schemeClr val="tx1"/>
                          </a:solidFill>
                          <a:effectLst/>
                        </a:rPr>
                        <a:t>postId_id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53978" marR="5397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100" dirty="0">
                          <a:solidFill>
                            <a:schemeClr val="tx1"/>
                          </a:solidFill>
                          <a:effectLst/>
                        </a:rPr>
                        <a:t>貼文編號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53978" marR="5397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100">
                          <a:solidFill>
                            <a:schemeClr val="tx1"/>
                          </a:solidFill>
                          <a:effectLst/>
                        </a:rPr>
                        <a:t>否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53978" marR="5397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100" dirty="0">
                          <a:solidFill>
                            <a:schemeClr val="tx1"/>
                          </a:solidFill>
                          <a:effectLst/>
                        </a:rPr>
                        <a:t>無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53978" marR="5397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base">
                        <a:buNone/>
                      </a:pPr>
                      <a:r>
                        <a:rPr lang="zh-TW" sz="1400" kern="100" dirty="0">
                          <a:solidFill>
                            <a:schemeClr val="tx1"/>
                          </a:solidFill>
                          <a:effectLst/>
                        </a:rPr>
                        <a:t>主鍵，長度固定為</a:t>
                      </a: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 10</a:t>
                      </a:r>
                      <a:r>
                        <a:rPr lang="zh-TW" sz="1400" kern="100" dirty="0">
                          <a:solidFill>
                            <a:schemeClr val="tx1"/>
                          </a:solidFill>
                          <a:effectLst/>
                        </a:rPr>
                        <a:t>：</a:t>
                      </a:r>
                    </a:p>
                    <a:p>
                      <a:pPr marL="342900" lvl="0" indent="-342900" algn="just" fontAlgn="base">
                        <a:buFont typeface="Wingdings" panose="05000000000000000000" pitchFamily="2" charset="2"/>
                        <a:buChar char=""/>
                      </a:pPr>
                      <a:r>
                        <a:rPr lang="zh-TW" sz="1400" kern="100" dirty="0">
                          <a:solidFill>
                            <a:schemeClr val="tx1"/>
                          </a:solidFill>
                          <a:effectLst/>
                        </a:rPr>
                        <a:t>實體類型：</a:t>
                      </a: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r>
                        <a:rPr lang="zh-TW" sz="1400" kern="100" dirty="0">
                          <a:solidFill>
                            <a:schemeClr val="tx1"/>
                          </a:solidFill>
                          <a:effectLst/>
                        </a:rPr>
                        <a:t>位（固定為</a:t>
                      </a: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 p</a:t>
                      </a:r>
                      <a:r>
                        <a:rPr lang="zh-TW" sz="1400" kern="100" dirty="0">
                          <a:solidFill>
                            <a:schemeClr val="tx1"/>
                          </a:solidFill>
                          <a:effectLst/>
                        </a:rPr>
                        <a:t>）</a:t>
                      </a:r>
                    </a:p>
                    <a:p>
                      <a:pPr marL="342900" lvl="0" indent="-342900" algn="just" fontAlgn="base">
                        <a:buFont typeface="Wingdings" panose="05000000000000000000" pitchFamily="2" charset="2"/>
                        <a:buChar char=""/>
                      </a:pPr>
                      <a:r>
                        <a:rPr lang="zh-TW" sz="1400" kern="100" dirty="0">
                          <a:solidFill>
                            <a:schemeClr val="tx1"/>
                          </a:solidFill>
                          <a:effectLst/>
                        </a:rPr>
                        <a:t>建立年份：</a:t>
                      </a: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r>
                        <a:rPr lang="zh-TW" sz="1400" kern="100" dirty="0">
                          <a:solidFill>
                            <a:schemeClr val="tx1"/>
                          </a:solidFill>
                          <a:effectLst/>
                        </a:rPr>
                        <a:t>位（固定為西元年份的後兩碼）</a:t>
                      </a:r>
                    </a:p>
                    <a:p>
                      <a:pPr marL="342900" lvl="0" indent="-342900" algn="just" fontAlgn="base">
                        <a:buFont typeface="Wingdings" panose="05000000000000000000" pitchFamily="2" charset="2"/>
                        <a:buChar char=""/>
                      </a:pPr>
                      <a:r>
                        <a:rPr lang="zh-TW" sz="1400" kern="100" dirty="0">
                          <a:solidFill>
                            <a:schemeClr val="tx1"/>
                          </a:solidFill>
                          <a:effectLst/>
                        </a:rPr>
                        <a:t>貼文分類：</a:t>
                      </a: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r>
                        <a:rPr lang="zh-TW" sz="1400" kern="100" dirty="0">
                          <a:solidFill>
                            <a:schemeClr val="tx1"/>
                          </a:solidFill>
                          <a:effectLst/>
                        </a:rPr>
                        <a:t>位（依版塊分類，如</a:t>
                      </a: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 01:</a:t>
                      </a:r>
                      <a:r>
                        <a:rPr lang="zh-TW" sz="1400" kern="100" dirty="0">
                          <a:solidFill>
                            <a:schemeClr val="tx1"/>
                          </a:solidFill>
                          <a:effectLst/>
                        </a:rPr>
                        <a:t>美食、</a:t>
                      </a: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02:</a:t>
                      </a:r>
                      <a:r>
                        <a:rPr lang="zh-TW" sz="1400" kern="100" dirty="0">
                          <a:solidFill>
                            <a:schemeClr val="tx1"/>
                          </a:solidFill>
                          <a:effectLst/>
                        </a:rPr>
                        <a:t>生活等）</a:t>
                      </a:r>
                    </a:p>
                    <a:p>
                      <a:pPr marL="342900" lvl="0" indent="-342900" algn="just" fontAlgn="base">
                        <a:buFont typeface="Wingdings" panose="05000000000000000000" pitchFamily="2" charset="2"/>
                        <a:buChar char=""/>
                      </a:pPr>
                      <a:r>
                        <a:rPr lang="zh-TW" sz="1400" kern="100" dirty="0">
                          <a:solidFill>
                            <a:schemeClr val="tx1"/>
                          </a:solidFill>
                          <a:effectLst/>
                        </a:rPr>
                        <a:t>流水號：</a:t>
                      </a: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r>
                        <a:rPr lang="zh-TW" sz="1400" kern="100" dirty="0">
                          <a:solidFill>
                            <a:schemeClr val="tx1"/>
                          </a:solidFill>
                          <a:effectLst/>
                        </a:rPr>
                        <a:t>位（從</a:t>
                      </a: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 1 </a:t>
                      </a:r>
                      <a:r>
                        <a:rPr lang="zh-TW" sz="1400" kern="100" dirty="0">
                          <a:solidFill>
                            <a:schemeClr val="tx1"/>
                          </a:solidFill>
                          <a:effectLst/>
                        </a:rPr>
                        <a:t>開始，不足位數用零補齊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lvl="0" indent="0" algn="just" fontAlgn="base">
                        <a:buFont typeface="Wingdings" panose="05000000000000000000" pitchFamily="2" charset="2"/>
                        <a:buNone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     </a:t>
                      </a:r>
                      <a:r>
                        <a:rPr lang="zh-TW" sz="1400" kern="100" dirty="0">
                          <a:solidFill>
                            <a:schemeClr val="tx1"/>
                          </a:solidFill>
                          <a:effectLst/>
                        </a:rPr>
                        <a:t>）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53978" marR="5397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9682949"/>
                  </a:ext>
                </a:extLst>
              </a:tr>
              <a:tr h="6408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 dirty="0" err="1">
                          <a:solidFill>
                            <a:schemeClr val="tx1"/>
                          </a:solidFill>
                          <a:effectLst/>
                        </a:rPr>
                        <a:t>postDate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53978" marR="5397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100" dirty="0">
                          <a:solidFill>
                            <a:schemeClr val="tx1"/>
                          </a:solidFill>
                          <a:effectLst/>
                        </a:rPr>
                        <a:t>貼文發布日期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53978" marR="5397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100" dirty="0">
                          <a:solidFill>
                            <a:schemeClr val="tx1"/>
                          </a:solidFill>
                          <a:effectLst/>
                        </a:rPr>
                        <a:t>否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53978" marR="5397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CURRENT_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TIMESTAMP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53978" marR="5397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TW" sz="1400" kern="100">
                          <a:solidFill>
                            <a:schemeClr val="tx1"/>
                          </a:solidFill>
                          <a:effectLst/>
                        </a:rPr>
                        <a:t>日期時間型態，必須記錄至秒數，且發布日期不可大於當前系統時間。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53978" marR="5397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8331701"/>
                  </a:ext>
                </a:extLst>
              </a:tr>
              <a:tr h="3736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 dirty="0" err="1">
                          <a:solidFill>
                            <a:schemeClr val="tx1"/>
                          </a:solidFill>
                          <a:effectLst/>
                        </a:rPr>
                        <a:t>text_content</a:t>
                      </a: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53978" marR="5397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100">
                          <a:solidFill>
                            <a:schemeClr val="tx1"/>
                          </a:solidFill>
                          <a:effectLst/>
                        </a:rPr>
                        <a:t>貼文內容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53978" marR="5397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100">
                          <a:solidFill>
                            <a:schemeClr val="tx1"/>
                          </a:solidFill>
                          <a:effectLst/>
                        </a:rPr>
                        <a:t>否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53978" marR="5397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100">
                          <a:solidFill>
                            <a:schemeClr val="tx1"/>
                          </a:solidFill>
                          <a:effectLst/>
                        </a:rPr>
                        <a:t>無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53978" marR="5397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TW" sz="1400" kern="100" dirty="0">
                          <a:solidFill>
                            <a:schemeClr val="tx1"/>
                          </a:solidFill>
                          <a:effectLst/>
                        </a:rPr>
                        <a:t>長度不超過</a:t>
                      </a: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 20</a:t>
                      </a:r>
                      <a:r>
                        <a:rPr lang="zh-TW" sz="1400" kern="100" dirty="0">
                          <a:solidFill>
                            <a:schemeClr val="tx1"/>
                          </a:solidFill>
                          <a:effectLst/>
                        </a:rPr>
                        <a:t>的字串，內容不可為全空白字元。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53978" marR="5397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4736530"/>
                  </a:ext>
                </a:extLst>
              </a:tr>
              <a:tr h="31069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 dirty="0" err="1">
                          <a:solidFill>
                            <a:schemeClr val="tx1"/>
                          </a:solidFill>
                          <a:effectLst/>
                        </a:rPr>
                        <a:t>memberld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53978" marR="5397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100">
                          <a:solidFill>
                            <a:schemeClr val="tx1"/>
                          </a:solidFill>
                          <a:effectLst/>
                        </a:rPr>
                        <a:t>發表成員編號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53978" marR="5397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100">
                          <a:solidFill>
                            <a:schemeClr val="tx1"/>
                          </a:solidFill>
                          <a:effectLst/>
                        </a:rPr>
                        <a:t>否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53978" marR="5397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100">
                          <a:solidFill>
                            <a:schemeClr val="tx1"/>
                          </a:solidFill>
                          <a:effectLst/>
                        </a:rPr>
                        <a:t>無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53978" marR="5397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TW" sz="1400" kern="100">
                          <a:solidFill>
                            <a:schemeClr val="tx1"/>
                          </a:solidFill>
                          <a:effectLst/>
                        </a:rPr>
                        <a:t>需要外鍵參照到</a:t>
                      </a:r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 Member </a:t>
                      </a:r>
                      <a:r>
                        <a:rPr lang="zh-TW" sz="1400" kern="100">
                          <a:solidFill>
                            <a:schemeClr val="tx1"/>
                          </a:solidFill>
                          <a:effectLst/>
                        </a:rPr>
                        <a:t>表中的</a:t>
                      </a:r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 member_Id</a:t>
                      </a:r>
                      <a:r>
                        <a:rPr lang="zh-TW" sz="1400" kern="100">
                          <a:solidFill>
                            <a:schemeClr val="tx1"/>
                          </a:solidFill>
                          <a:effectLst/>
                        </a:rPr>
                        <a:t>。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53978" marR="5397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7542790"/>
                  </a:ext>
                </a:extLst>
              </a:tr>
              <a:tr h="8131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 dirty="0" err="1">
                          <a:solidFill>
                            <a:schemeClr val="tx1"/>
                          </a:solidFill>
                          <a:effectLst/>
                        </a:rPr>
                        <a:t>groupld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53978" marR="5397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100">
                          <a:solidFill>
                            <a:schemeClr val="tx1"/>
                          </a:solidFill>
                          <a:effectLst/>
                        </a:rPr>
                        <a:t>關聯團購群組編號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53978" marR="5397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100">
                          <a:solidFill>
                            <a:schemeClr val="tx1"/>
                          </a:solidFill>
                          <a:effectLst/>
                        </a:rPr>
                        <a:t>否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53978" marR="5397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100">
                          <a:solidFill>
                            <a:schemeClr val="tx1"/>
                          </a:solidFill>
                          <a:effectLst/>
                        </a:rPr>
                        <a:t>無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53978" marR="5397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TW" sz="1400" kern="100" dirty="0">
                          <a:solidFill>
                            <a:schemeClr val="tx1"/>
                          </a:solidFill>
                          <a:effectLst/>
                        </a:rPr>
                        <a:t>需要外鍵參照到</a:t>
                      </a:r>
                      <a:r>
                        <a:rPr lang="en-US" sz="1400" kern="100" dirty="0" err="1">
                          <a:solidFill>
                            <a:schemeClr val="tx1"/>
                          </a:solidFill>
                          <a:effectLst/>
                        </a:rPr>
                        <a:t>GroupBuyGroup</a:t>
                      </a: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zh-TW" sz="1400" kern="100" dirty="0">
                          <a:solidFill>
                            <a:schemeClr val="tx1"/>
                          </a:solidFill>
                          <a:effectLst/>
                        </a:rPr>
                        <a:t>表中的</a:t>
                      </a: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400" kern="100" dirty="0" err="1">
                          <a:solidFill>
                            <a:schemeClr val="tx1"/>
                          </a:solidFill>
                          <a:effectLst/>
                        </a:rPr>
                        <a:t>group_id</a:t>
                      </a:r>
                      <a:r>
                        <a:rPr lang="zh-TW" sz="1400" kern="100" dirty="0">
                          <a:solidFill>
                            <a:schemeClr val="tx1"/>
                          </a:solidFill>
                          <a:effectLst/>
                        </a:rPr>
                        <a:t>。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53978" marR="5397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2830610"/>
                  </a:ext>
                </a:extLst>
              </a:tr>
            </a:tbl>
          </a:graphicData>
        </a:graphic>
      </p:graphicFrame>
      <p:sp>
        <p:nvSpPr>
          <p:cNvPr id="11" name="文字方塊 10">
            <a:extLst>
              <a:ext uri="{FF2B5EF4-FFF2-40B4-BE49-F238E27FC236}">
                <a16:creationId xmlns:a16="http://schemas.microsoft.com/office/drawing/2014/main" id="{7441D692-D711-3E37-F9EC-3D3664944DBE}"/>
              </a:ext>
            </a:extLst>
          </p:cNvPr>
          <p:cNvSpPr txBox="1"/>
          <p:nvPr/>
        </p:nvSpPr>
        <p:spPr>
          <a:xfrm>
            <a:off x="642102" y="628740"/>
            <a:ext cx="60984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800" dirty="0">
                <a:solidFill>
                  <a:schemeClr val="tx1"/>
                </a:solidFill>
              </a:rPr>
              <a:t>一、 貼文實體</a:t>
            </a:r>
            <a:endParaRPr lang="zh-TW" altLang="en-US" sz="28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11840910" y="6496593"/>
            <a:ext cx="2921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6D1C9FF-62AF-F062-BD80-B9AAEBDE6F4A}"/>
              </a:ext>
            </a:extLst>
          </p:cNvPr>
          <p:cNvSpPr txBox="1">
            <a:spLocks/>
          </p:cNvSpPr>
          <p:nvPr/>
        </p:nvSpPr>
        <p:spPr>
          <a:xfrm>
            <a:off x="642103" y="1166000"/>
            <a:ext cx="4303278" cy="38807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altLang="zh-TW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TABLE </a:t>
            </a:r>
            <a:r>
              <a:rPr lang="en-US" altLang="zh-TW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DiscussionPost</a:t>
            </a:r>
            <a:r>
              <a:rPr lang="en-US" altLang="zh-TW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</a:p>
          <a:p>
            <a:pPr marL="0" indent="0">
              <a:buFont typeface="Wingdings 3" charset="2"/>
              <a:buNone/>
            </a:pPr>
            <a:r>
              <a:rPr lang="en-US" altLang="zh-TW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TW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postid_id</a:t>
            </a:r>
            <a:r>
              <a:rPr lang="en-US" altLang="zh-TW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CHAR(10) NOT NULL,</a:t>
            </a:r>
          </a:p>
          <a:p>
            <a:pPr marL="0" indent="0">
              <a:buFont typeface="Wingdings 3" charset="2"/>
              <a:buNone/>
            </a:pPr>
            <a:r>
              <a:rPr lang="en-US" altLang="zh-TW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TW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memberId</a:t>
            </a:r>
            <a:r>
              <a:rPr lang="en-US" altLang="zh-TW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CHAR(10) NOT NULL,</a:t>
            </a:r>
          </a:p>
          <a:p>
            <a:pPr marL="0" indent="0">
              <a:buFont typeface="Wingdings 3" charset="2"/>
              <a:buNone/>
            </a:pPr>
            <a:r>
              <a:rPr lang="en-US" altLang="zh-TW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TW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groupid</a:t>
            </a:r>
            <a:r>
              <a:rPr lang="en-US" altLang="zh-TW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CHAR(10) NOT NULL,</a:t>
            </a:r>
          </a:p>
          <a:p>
            <a:pPr marL="0" indent="0">
              <a:buFont typeface="Wingdings 3" charset="2"/>
              <a:buNone/>
            </a:pPr>
            <a:r>
              <a:rPr lang="en-US" altLang="zh-TW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TW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postDate</a:t>
            </a:r>
            <a:r>
              <a:rPr lang="en-US" altLang="zh-TW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TIMESTAMP NOT NULL DEFAULT CURRENT_TIMESTAMP,</a:t>
            </a:r>
          </a:p>
          <a:p>
            <a:pPr marL="0" indent="0">
              <a:buFont typeface="Wingdings 3" charset="2"/>
              <a:buNone/>
            </a:pPr>
            <a:r>
              <a:rPr lang="en-US" altLang="zh-TW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TW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text_content</a:t>
            </a:r>
            <a:r>
              <a:rPr lang="en-US" altLang="zh-TW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TEXT NOT NULL,</a:t>
            </a:r>
          </a:p>
          <a:p>
            <a:pPr marL="0" indent="0">
              <a:buFont typeface="Wingdings 3" charset="2"/>
              <a:buNone/>
            </a:pPr>
            <a:r>
              <a:rPr lang="en-US" altLang="zh-TW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CONSTRAINT </a:t>
            </a:r>
            <a:r>
              <a:rPr lang="en-US" altLang="zh-TW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PK_DiscussionPost</a:t>
            </a:r>
            <a:r>
              <a:rPr lang="en-US" altLang="zh-TW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PRIMARY KEY (</a:t>
            </a:r>
            <a:r>
              <a:rPr lang="en-US" altLang="zh-TW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postid_id</a:t>
            </a:r>
            <a:r>
              <a:rPr lang="en-US" altLang="zh-TW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</a:p>
          <a:p>
            <a:pPr marL="0" indent="0">
              <a:buFont typeface="Wingdings 3" charset="2"/>
              <a:buNone/>
            </a:pPr>
            <a:r>
              <a:rPr lang="en-US" altLang="zh-TW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CONSTRAINT </a:t>
            </a:r>
            <a:r>
              <a:rPr lang="en-US" altLang="zh-TW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FK_DiscussionPost_Member</a:t>
            </a:r>
            <a:r>
              <a:rPr lang="en-US" altLang="zh-TW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FOREIGN KEY (</a:t>
            </a:r>
            <a:r>
              <a:rPr lang="en-US" altLang="zh-TW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memberId</a:t>
            </a:r>
            <a:r>
              <a:rPr lang="en-US" altLang="zh-TW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REFERENCES Member(</a:t>
            </a:r>
            <a:r>
              <a:rPr lang="en-US" altLang="zh-TW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member_id</a:t>
            </a:r>
            <a:r>
              <a:rPr lang="en-US" altLang="zh-TW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</a:p>
          <a:p>
            <a:pPr marL="0" indent="0">
              <a:buFont typeface="Wingdings 3" charset="2"/>
              <a:buNone/>
            </a:pPr>
            <a:r>
              <a:rPr lang="en-US" altLang="zh-TW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CONSTRAINT </a:t>
            </a:r>
            <a:r>
              <a:rPr lang="en-US" altLang="zh-TW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FK_DiscussionPost_Group</a:t>
            </a:r>
            <a:r>
              <a:rPr lang="en-US" altLang="zh-TW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FOREIGN KEY (</a:t>
            </a:r>
            <a:r>
              <a:rPr lang="en-US" altLang="zh-TW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groupid</a:t>
            </a:r>
            <a:r>
              <a:rPr lang="en-US" altLang="zh-TW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REFERENCES </a:t>
            </a:r>
            <a:r>
              <a:rPr lang="en-US" altLang="zh-TW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GroupBuyGroup</a:t>
            </a:r>
            <a:r>
              <a:rPr lang="en-US" altLang="zh-TW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group_id</a:t>
            </a:r>
            <a:r>
              <a:rPr lang="en-US" altLang="zh-TW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</a:p>
          <a:p>
            <a:pPr marL="0" indent="0">
              <a:buFont typeface="Wingdings 3" charset="2"/>
              <a:buNone/>
            </a:pPr>
            <a:r>
              <a:rPr lang="en-US" altLang="zh-TW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CONSTRAINT </a:t>
            </a:r>
            <a:r>
              <a:rPr lang="en-US" altLang="zh-TW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chk_post_id_domain</a:t>
            </a:r>
            <a:r>
              <a:rPr lang="en-US" altLang="zh-TW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CHECK (</a:t>
            </a:r>
          </a:p>
          <a:p>
            <a:pPr marL="0" indent="0">
              <a:buFont typeface="Wingdings 3" charset="2"/>
              <a:buNone/>
            </a:pPr>
            <a:r>
              <a:rPr lang="en-US" altLang="zh-TW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LENGTH(</a:t>
            </a:r>
            <a:r>
              <a:rPr lang="en-US" altLang="zh-TW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postid_id</a:t>
            </a:r>
            <a:r>
              <a:rPr lang="en-US" altLang="zh-TW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10 </a:t>
            </a:r>
          </a:p>
          <a:p>
            <a:pPr marL="0" indent="0">
              <a:buFont typeface="Wingdings 3" charset="2"/>
              <a:buNone/>
            </a:pPr>
            <a:r>
              <a:rPr lang="en-US" altLang="zh-TW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AND </a:t>
            </a:r>
            <a:r>
              <a:rPr lang="en-US" altLang="zh-TW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postid_id</a:t>
            </a:r>
            <a:r>
              <a:rPr lang="en-US" altLang="zh-TW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~ '^p[0-9]{9}$'</a:t>
            </a:r>
          </a:p>
          <a:p>
            <a:pPr marL="0" indent="0">
              <a:buFont typeface="Wingdings 3" charset="2"/>
              <a:buNone/>
            </a:pPr>
            <a:r>
              <a:rPr lang="en-US" altLang="zh-TW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)</a:t>
            </a:r>
          </a:p>
          <a:p>
            <a:pPr marL="0" indent="0">
              <a:buFont typeface="Wingdings 3" charset="2"/>
              <a:buNone/>
            </a:pPr>
            <a:r>
              <a:rPr lang="en-US" altLang="zh-TW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zh-TW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9380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8D2DD1-7548-6AC1-5D22-A9F9A3A2B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669" y="0"/>
            <a:ext cx="8596668" cy="1320800"/>
          </a:xfrm>
        </p:spPr>
        <p:txBody>
          <a:bodyPr>
            <a:normAutofit/>
          </a:bodyPr>
          <a:lstStyle/>
          <a:p>
            <a:r>
              <a:rPr lang="zh-TW" altLang="en-US" sz="2800" dirty="0">
                <a:solidFill>
                  <a:schemeClr val="tx1"/>
                </a:solidFill>
              </a:rPr>
              <a:t>二、 </a:t>
            </a:r>
            <a:r>
              <a:rPr lang="zh-TW" altLang="zh-TW" sz="2800" dirty="0">
                <a:solidFill>
                  <a:schemeClr val="tx1"/>
                </a:solidFill>
              </a:rPr>
              <a:t>團購實體</a:t>
            </a:r>
            <a:br>
              <a:rPr lang="zh-TW" altLang="zh-TW" sz="2800" dirty="0">
                <a:solidFill>
                  <a:schemeClr val="tx1"/>
                </a:solidFill>
              </a:rPr>
            </a:br>
            <a:endParaRPr lang="zh-TW" altLang="en-US" sz="2800" dirty="0">
              <a:solidFill>
                <a:schemeClr val="tx1"/>
              </a:solidFill>
            </a:endParaRPr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DAFD301C-D620-A18F-218D-38E358CB39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9199694"/>
              </p:ext>
            </p:extLst>
          </p:nvPr>
        </p:nvGraphicFramePr>
        <p:xfrm>
          <a:off x="5213379" y="766936"/>
          <a:ext cx="6773613" cy="5120640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1157924">
                  <a:extLst>
                    <a:ext uri="{9D8B030D-6E8A-4147-A177-3AD203B41FA5}">
                      <a16:colId xmlns:a16="http://schemas.microsoft.com/office/drawing/2014/main" val="3729175778"/>
                    </a:ext>
                  </a:extLst>
                </a:gridCol>
                <a:gridCol w="1202852">
                  <a:extLst>
                    <a:ext uri="{9D8B030D-6E8A-4147-A177-3AD203B41FA5}">
                      <a16:colId xmlns:a16="http://schemas.microsoft.com/office/drawing/2014/main" val="3382568705"/>
                    </a:ext>
                  </a:extLst>
                </a:gridCol>
                <a:gridCol w="653754">
                  <a:extLst>
                    <a:ext uri="{9D8B030D-6E8A-4147-A177-3AD203B41FA5}">
                      <a16:colId xmlns:a16="http://schemas.microsoft.com/office/drawing/2014/main" val="28725080"/>
                    </a:ext>
                  </a:extLst>
                </a:gridCol>
                <a:gridCol w="867917">
                  <a:extLst>
                    <a:ext uri="{9D8B030D-6E8A-4147-A177-3AD203B41FA5}">
                      <a16:colId xmlns:a16="http://schemas.microsoft.com/office/drawing/2014/main" val="1843523710"/>
                    </a:ext>
                  </a:extLst>
                </a:gridCol>
                <a:gridCol w="2891166">
                  <a:extLst>
                    <a:ext uri="{9D8B030D-6E8A-4147-A177-3AD203B41FA5}">
                      <a16:colId xmlns:a16="http://schemas.microsoft.com/office/drawing/2014/main" val="3076477778"/>
                    </a:ext>
                  </a:extLst>
                </a:gridCol>
              </a:tblGrid>
              <a:tr h="3692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100" dirty="0">
                          <a:solidFill>
                            <a:schemeClr val="tx1"/>
                          </a:solidFill>
                          <a:effectLst/>
                        </a:rPr>
                        <a:t>欄位名稱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5486" marR="454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100">
                          <a:solidFill>
                            <a:schemeClr val="tx1"/>
                          </a:solidFill>
                          <a:effectLst/>
                        </a:rPr>
                        <a:t>欄位說明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5486" marR="454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100">
                          <a:solidFill>
                            <a:schemeClr val="tx1"/>
                          </a:solidFill>
                          <a:effectLst/>
                        </a:rPr>
                        <a:t>是否可為空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5486" marR="454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100">
                          <a:solidFill>
                            <a:schemeClr val="tx1"/>
                          </a:solidFill>
                          <a:effectLst/>
                        </a:rPr>
                        <a:t>預設值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5486" marR="454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domain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5486" marR="454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967118"/>
                  </a:ext>
                </a:extLst>
              </a:tr>
              <a:tr h="15739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u="sng" kern="100" dirty="0" err="1">
                          <a:solidFill>
                            <a:schemeClr val="tx1"/>
                          </a:solidFill>
                          <a:effectLst/>
                        </a:rPr>
                        <a:t>group_id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5486" marR="454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100" dirty="0">
                          <a:solidFill>
                            <a:schemeClr val="tx1"/>
                          </a:solidFill>
                          <a:effectLst/>
                        </a:rPr>
                        <a:t>團購群組編號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5486" marR="454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100" dirty="0">
                          <a:solidFill>
                            <a:schemeClr val="tx1"/>
                          </a:solidFill>
                          <a:effectLst/>
                        </a:rPr>
                        <a:t>否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5486" marR="454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100" dirty="0">
                          <a:solidFill>
                            <a:schemeClr val="tx1"/>
                          </a:solidFill>
                          <a:effectLst/>
                        </a:rPr>
                        <a:t>無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5486" marR="454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base">
                        <a:buNone/>
                      </a:pPr>
                      <a:r>
                        <a:rPr lang="zh-TW" sz="1400" kern="100" dirty="0">
                          <a:solidFill>
                            <a:schemeClr val="tx1"/>
                          </a:solidFill>
                          <a:effectLst/>
                        </a:rPr>
                        <a:t>主鍵，長度固定為</a:t>
                      </a: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 10</a:t>
                      </a:r>
                      <a:r>
                        <a:rPr lang="zh-TW" sz="1400" kern="100" dirty="0">
                          <a:solidFill>
                            <a:schemeClr val="tx1"/>
                          </a:solidFill>
                          <a:effectLst/>
                        </a:rPr>
                        <a:t>：</a:t>
                      </a:r>
                    </a:p>
                    <a:p>
                      <a:pPr marL="342900" lvl="0" indent="-342900" algn="just" fontAlgn="base">
                        <a:buFont typeface="Wingdings" panose="05000000000000000000" pitchFamily="2" charset="2"/>
                        <a:buChar char=""/>
                      </a:pPr>
                      <a:r>
                        <a:rPr lang="zh-TW" sz="1400" kern="100" dirty="0">
                          <a:solidFill>
                            <a:schemeClr val="tx1"/>
                          </a:solidFill>
                          <a:effectLst/>
                        </a:rPr>
                        <a:t>實體類型：</a:t>
                      </a: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r>
                        <a:rPr lang="zh-TW" sz="1400" kern="100" dirty="0">
                          <a:solidFill>
                            <a:schemeClr val="tx1"/>
                          </a:solidFill>
                          <a:effectLst/>
                        </a:rPr>
                        <a:t>位（固定為</a:t>
                      </a: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 g</a:t>
                      </a:r>
                      <a:r>
                        <a:rPr lang="zh-TW" sz="1400" kern="100" dirty="0">
                          <a:solidFill>
                            <a:schemeClr val="tx1"/>
                          </a:solidFill>
                          <a:effectLst/>
                        </a:rPr>
                        <a:t>）</a:t>
                      </a:r>
                    </a:p>
                    <a:p>
                      <a:pPr marL="342900" lvl="0" indent="-342900" algn="just" fontAlgn="base">
                        <a:buFont typeface="Wingdings" panose="05000000000000000000" pitchFamily="2" charset="2"/>
                        <a:buChar char=""/>
                      </a:pPr>
                      <a:r>
                        <a:rPr lang="zh-TW" sz="1400" kern="100" dirty="0">
                          <a:solidFill>
                            <a:schemeClr val="tx1"/>
                          </a:solidFill>
                          <a:effectLst/>
                        </a:rPr>
                        <a:t>建立年份：</a:t>
                      </a: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r>
                        <a:rPr lang="zh-TW" sz="1400" kern="100" dirty="0">
                          <a:solidFill>
                            <a:schemeClr val="tx1"/>
                          </a:solidFill>
                          <a:effectLst/>
                        </a:rPr>
                        <a:t>位（固定為西元年份的後兩碼）</a:t>
                      </a:r>
                    </a:p>
                    <a:p>
                      <a:pPr marL="342900" lvl="0" indent="-342900" algn="just" fontAlgn="base">
                        <a:buFont typeface="Wingdings" panose="05000000000000000000" pitchFamily="2" charset="2"/>
                        <a:buChar char=""/>
                      </a:pPr>
                      <a:r>
                        <a:rPr lang="zh-TW" sz="1400" kern="100" dirty="0">
                          <a:solidFill>
                            <a:schemeClr val="tx1"/>
                          </a:solidFill>
                          <a:effectLst/>
                        </a:rPr>
                        <a:t>商品分類：</a:t>
                      </a: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r>
                        <a:rPr lang="zh-TW" sz="1400" kern="100" dirty="0">
                          <a:solidFill>
                            <a:schemeClr val="tx1"/>
                          </a:solidFill>
                          <a:effectLst/>
                        </a:rPr>
                        <a:t>位（依商品類別編碼，如</a:t>
                      </a: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 10:</a:t>
                      </a:r>
                      <a:r>
                        <a:rPr lang="zh-TW" sz="1400" kern="100" dirty="0">
                          <a:solidFill>
                            <a:schemeClr val="tx1"/>
                          </a:solidFill>
                          <a:effectLst/>
                        </a:rPr>
                        <a:t>代購、</a:t>
                      </a: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20:</a:t>
                      </a:r>
                      <a:r>
                        <a:rPr lang="zh-TW" sz="1400" kern="100" dirty="0">
                          <a:solidFill>
                            <a:schemeClr val="tx1"/>
                          </a:solidFill>
                          <a:effectLst/>
                        </a:rPr>
                        <a:t>團購美食）</a:t>
                      </a:r>
                    </a:p>
                    <a:p>
                      <a:pPr marL="342900" lvl="0" indent="-342900" algn="just" fontAlgn="base">
                        <a:buFont typeface="Wingdings" panose="05000000000000000000" pitchFamily="2" charset="2"/>
                        <a:buChar char=""/>
                      </a:pPr>
                      <a:r>
                        <a:rPr lang="zh-TW" sz="1400" kern="100" dirty="0">
                          <a:solidFill>
                            <a:schemeClr val="tx1"/>
                          </a:solidFill>
                          <a:effectLst/>
                        </a:rPr>
                        <a:t>流水號：</a:t>
                      </a: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r>
                        <a:rPr lang="zh-TW" sz="1400" kern="100" dirty="0">
                          <a:solidFill>
                            <a:schemeClr val="tx1"/>
                          </a:solidFill>
                          <a:effectLst/>
                        </a:rPr>
                        <a:t>位（從</a:t>
                      </a: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 1 </a:t>
                      </a:r>
                      <a:r>
                        <a:rPr lang="zh-TW" sz="1400" kern="100" dirty="0">
                          <a:solidFill>
                            <a:schemeClr val="tx1"/>
                          </a:solidFill>
                          <a:effectLst/>
                        </a:rPr>
                        <a:t>開始，不足位數用零補齊）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5486" marR="454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0047680"/>
                  </a:ext>
                </a:extLst>
              </a:tr>
              <a:tr h="2996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 dirty="0" err="1">
                          <a:solidFill>
                            <a:schemeClr val="tx1"/>
                          </a:solidFill>
                          <a:effectLst/>
                        </a:rPr>
                        <a:t>creatorld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5486" marR="454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100" dirty="0">
                          <a:solidFill>
                            <a:schemeClr val="tx1"/>
                          </a:solidFill>
                          <a:effectLst/>
                        </a:rPr>
                        <a:t>建立者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5486" marR="454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100" dirty="0">
                          <a:solidFill>
                            <a:schemeClr val="tx1"/>
                          </a:solidFill>
                          <a:effectLst/>
                        </a:rPr>
                        <a:t>否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5486" marR="454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100" dirty="0">
                          <a:solidFill>
                            <a:schemeClr val="tx1"/>
                          </a:solidFill>
                          <a:effectLst/>
                        </a:rPr>
                        <a:t>無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5486" marR="454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base">
                        <a:buNone/>
                      </a:pPr>
                      <a:r>
                        <a:rPr lang="zh-TW" sz="1400" kern="100" dirty="0">
                          <a:solidFill>
                            <a:schemeClr val="tx1"/>
                          </a:solidFill>
                          <a:effectLst/>
                        </a:rPr>
                        <a:t>需要外鍵參照到</a:t>
                      </a: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 Member </a:t>
                      </a:r>
                      <a:r>
                        <a:rPr lang="zh-TW" sz="1400" kern="100" dirty="0">
                          <a:solidFill>
                            <a:schemeClr val="tx1"/>
                          </a:solidFill>
                          <a:effectLst/>
                        </a:rPr>
                        <a:t>表中的</a:t>
                      </a: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400" kern="100" dirty="0" err="1">
                          <a:solidFill>
                            <a:schemeClr val="tx1"/>
                          </a:solidFill>
                          <a:effectLst/>
                        </a:rPr>
                        <a:t>member_id</a:t>
                      </a:r>
                      <a:r>
                        <a:rPr lang="zh-TW" sz="1400" kern="100" dirty="0">
                          <a:solidFill>
                            <a:schemeClr val="tx1"/>
                          </a:solidFill>
                          <a:effectLst/>
                        </a:rPr>
                        <a:t>。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5486" marR="454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9287438"/>
                  </a:ext>
                </a:extLst>
              </a:tr>
              <a:tr h="786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 dirty="0" err="1">
                          <a:solidFill>
                            <a:schemeClr val="tx1"/>
                          </a:solidFill>
                          <a:effectLst/>
                        </a:rPr>
                        <a:t>groupName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5486" marR="454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100">
                          <a:solidFill>
                            <a:schemeClr val="tx1"/>
                          </a:solidFill>
                          <a:effectLst/>
                        </a:rPr>
                        <a:t>團購名稱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5486" marR="454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100">
                          <a:solidFill>
                            <a:schemeClr val="tx1"/>
                          </a:solidFill>
                          <a:effectLst/>
                        </a:rPr>
                        <a:t>否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5486" marR="454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100" dirty="0">
                          <a:solidFill>
                            <a:schemeClr val="tx1"/>
                          </a:solidFill>
                          <a:effectLst/>
                        </a:rPr>
                        <a:t>無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5486" marR="454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base">
                        <a:buNone/>
                      </a:pPr>
                      <a:r>
                        <a:rPr lang="zh-TW" sz="1400" kern="100">
                          <a:solidFill>
                            <a:schemeClr val="tx1"/>
                          </a:solidFill>
                          <a:effectLst/>
                        </a:rPr>
                        <a:t>長度不超過</a:t>
                      </a:r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 50 </a:t>
                      </a:r>
                      <a:r>
                        <a:rPr lang="zh-TW" sz="1400" kern="100">
                          <a:solidFill>
                            <a:schemeClr val="tx1"/>
                          </a:solidFill>
                          <a:effectLst/>
                        </a:rPr>
                        <a:t>的字串。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5486" marR="454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3511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description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5486" marR="454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100">
                          <a:solidFill>
                            <a:schemeClr val="tx1"/>
                          </a:solidFill>
                          <a:effectLst/>
                        </a:rPr>
                        <a:t>團購描述說明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5486" marR="454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100">
                          <a:solidFill>
                            <a:schemeClr val="tx1"/>
                          </a:solidFill>
                          <a:effectLst/>
                        </a:rPr>
                        <a:t>是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5486" marR="454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100">
                          <a:solidFill>
                            <a:schemeClr val="tx1"/>
                          </a:solidFill>
                          <a:effectLst/>
                        </a:rPr>
                        <a:t>無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5486" marR="454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TW" sz="1400" kern="100" dirty="0">
                          <a:solidFill>
                            <a:schemeClr val="tx1"/>
                          </a:solidFill>
                          <a:effectLst/>
                        </a:rPr>
                        <a:t>長度不超過</a:t>
                      </a: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</a:rPr>
                        <a:t>255</a:t>
                      </a:r>
                      <a:r>
                        <a:rPr lang="zh-TW" sz="1400" kern="100" dirty="0">
                          <a:solidFill>
                            <a:schemeClr val="tx1"/>
                          </a:solidFill>
                          <a:effectLst/>
                        </a:rPr>
                        <a:t>的字串，用以說明成團規則或商品詳情。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5486" marR="454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70672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Status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5486" marR="454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100">
                          <a:solidFill>
                            <a:schemeClr val="tx1"/>
                          </a:solidFill>
                          <a:effectLst/>
                        </a:rPr>
                        <a:t>團購狀態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5486" marR="454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100">
                          <a:solidFill>
                            <a:schemeClr val="tx1"/>
                          </a:solidFill>
                          <a:effectLst/>
                        </a:rPr>
                        <a:t>否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5486" marR="454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‘0’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5486" marR="454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TW" sz="1400" kern="100" dirty="0">
                          <a:solidFill>
                            <a:schemeClr val="tx1"/>
                          </a:solidFill>
                          <a:effectLst/>
                        </a:rPr>
                        <a:t>長度固定為</a:t>
                      </a: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 1 </a:t>
                      </a:r>
                      <a:r>
                        <a:rPr lang="zh-TW" sz="1400" kern="100" dirty="0">
                          <a:solidFill>
                            <a:schemeClr val="tx1"/>
                          </a:solidFill>
                          <a:effectLst/>
                        </a:rPr>
                        <a:t>的字串或代碼：</a:t>
                      </a:r>
                    </a:p>
                    <a:p>
                      <a:pPr marL="342900" lvl="0" indent="-342900" algn="just">
                        <a:buFont typeface="Wingdings" panose="05000000000000000000" pitchFamily="2" charset="2"/>
                        <a:buChar char=""/>
                      </a:pP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'0'</a:t>
                      </a:r>
                      <a:r>
                        <a:rPr lang="zh-TW" sz="1400" kern="100" dirty="0">
                          <a:solidFill>
                            <a:schemeClr val="tx1"/>
                          </a:solidFill>
                          <a:effectLst/>
                        </a:rPr>
                        <a:t>：揪團中</a:t>
                      </a:r>
                    </a:p>
                    <a:p>
                      <a:pPr marL="342900" lvl="0" indent="-342900" algn="just">
                        <a:buFont typeface="Wingdings" panose="05000000000000000000" pitchFamily="2" charset="2"/>
                        <a:buChar char=""/>
                      </a:pP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'1'</a:t>
                      </a:r>
                      <a:r>
                        <a:rPr lang="zh-TW" sz="1400" kern="100" dirty="0">
                          <a:solidFill>
                            <a:schemeClr val="tx1"/>
                          </a:solidFill>
                          <a:effectLst/>
                        </a:rPr>
                        <a:t>：已達標</a:t>
                      </a: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/</a:t>
                      </a:r>
                      <a:r>
                        <a:rPr lang="zh-TW" sz="1400" kern="100" dirty="0">
                          <a:solidFill>
                            <a:schemeClr val="tx1"/>
                          </a:solidFill>
                          <a:effectLst/>
                        </a:rPr>
                        <a:t>結單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342900" lvl="0" indent="-342900" algn="just">
                        <a:buFont typeface="Wingdings" panose="05000000000000000000" pitchFamily="2" charset="2"/>
                        <a:buChar char=""/>
                      </a:pP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'2'</a:t>
                      </a:r>
                      <a:r>
                        <a:rPr lang="zh-TW" sz="1400" kern="100" dirty="0">
                          <a:solidFill>
                            <a:schemeClr val="tx1"/>
                          </a:solidFill>
                          <a:effectLst/>
                        </a:rPr>
                        <a:t>：流團</a:t>
                      </a: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/</a:t>
                      </a:r>
                      <a:r>
                        <a:rPr lang="zh-TW" sz="1400" kern="100" dirty="0">
                          <a:solidFill>
                            <a:schemeClr val="tx1"/>
                          </a:solidFill>
                          <a:effectLst/>
                        </a:rPr>
                        <a:t>取消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5486" marR="454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5099801"/>
                  </a:ext>
                </a:extLst>
              </a:tr>
              <a:tr h="2366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 dirty="0" err="1">
                          <a:solidFill>
                            <a:schemeClr val="tx1"/>
                          </a:solidFill>
                          <a:effectLst/>
                        </a:rPr>
                        <a:t>creationDate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5486" marR="454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100">
                          <a:solidFill>
                            <a:schemeClr val="tx1"/>
                          </a:solidFill>
                          <a:effectLst/>
                        </a:rPr>
                        <a:t>團購建立日期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5486" marR="454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100">
                          <a:solidFill>
                            <a:schemeClr val="tx1"/>
                          </a:solidFill>
                          <a:effectLst/>
                        </a:rPr>
                        <a:t>否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5486" marR="454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CURRENT_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TIMESTAMP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5486" marR="454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TW" sz="1400" kern="100" dirty="0">
                          <a:solidFill>
                            <a:schemeClr val="tx1"/>
                          </a:solidFill>
                          <a:effectLst/>
                        </a:rPr>
                        <a:t>日期時間型態，必須小於或等於</a:t>
                      </a: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400" kern="100" dirty="0" err="1">
                          <a:solidFill>
                            <a:schemeClr val="tx1"/>
                          </a:solidFill>
                          <a:effectLst/>
                        </a:rPr>
                        <a:t>deadlineDate</a:t>
                      </a:r>
                      <a:r>
                        <a:rPr lang="zh-TW" sz="1400" kern="100" dirty="0">
                          <a:solidFill>
                            <a:schemeClr val="tx1"/>
                          </a:solidFill>
                          <a:effectLst/>
                        </a:rPr>
                        <a:t>。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5486" marR="454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7650872"/>
                  </a:ext>
                </a:extLst>
              </a:tr>
              <a:tr h="3692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 dirty="0" err="1">
                          <a:solidFill>
                            <a:schemeClr val="tx1"/>
                          </a:solidFill>
                          <a:effectLst/>
                        </a:rPr>
                        <a:t>deadlineDate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5486" marR="454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100">
                          <a:solidFill>
                            <a:schemeClr val="tx1"/>
                          </a:solidFill>
                          <a:effectLst/>
                        </a:rPr>
                        <a:t>團購狀態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5486" marR="454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100" dirty="0">
                          <a:solidFill>
                            <a:schemeClr val="tx1"/>
                          </a:solidFill>
                          <a:effectLst/>
                        </a:rPr>
                        <a:t>否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5486" marR="454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100">
                          <a:solidFill>
                            <a:schemeClr val="tx1"/>
                          </a:solidFill>
                          <a:effectLst/>
                        </a:rPr>
                        <a:t>無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5486" marR="454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TW" sz="1400" kern="100" dirty="0">
                          <a:solidFill>
                            <a:schemeClr val="tx1"/>
                          </a:solidFill>
                          <a:effectLst/>
                        </a:rPr>
                        <a:t>日期時間型態，必須大於</a:t>
                      </a: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400" kern="100" dirty="0" err="1">
                          <a:solidFill>
                            <a:schemeClr val="tx1"/>
                          </a:solidFill>
                          <a:effectLst/>
                        </a:rPr>
                        <a:t>creationDate</a:t>
                      </a:r>
                      <a:r>
                        <a:rPr lang="zh-TW" sz="1400" kern="100" dirty="0">
                          <a:solidFill>
                            <a:schemeClr val="tx1"/>
                          </a:solidFill>
                          <a:effectLst/>
                        </a:rPr>
                        <a:t>。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5486" marR="454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7149185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11840910" y="6496593"/>
            <a:ext cx="2921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417CA85-1D5A-0CF9-9E8B-878C82995FC5}"/>
              </a:ext>
            </a:extLst>
          </p:cNvPr>
          <p:cNvSpPr txBox="1">
            <a:spLocks/>
          </p:cNvSpPr>
          <p:nvPr/>
        </p:nvSpPr>
        <p:spPr>
          <a:xfrm>
            <a:off x="341669" y="766936"/>
            <a:ext cx="4871710" cy="58875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indent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1143000" indent="-2286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600200" indent="-2286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2057400" indent="-2286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2514600" indent="-2286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 marL="2971800" indent="-2286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3429000" indent="-2286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3886200" indent="-2286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r>
              <a:rPr lang="zh-TW" altLang="zh-TW" dirty="0"/>
              <a:t>CREATE TABLE GroupBuyGroup (</a:t>
            </a:r>
          </a:p>
          <a:p>
            <a:r>
              <a:rPr lang="zh-TW" altLang="zh-TW" dirty="0"/>
              <a:t>    group_id CHAR(10) NOT NULL,</a:t>
            </a:r>
          </a:p>
          <a:p>
            <a:r>
              <a:rPr lang="zh-TW" altLang="zh-TW" dirty="0"/>
              <a:t>    creatorId CHAR(10) NOT NULL,</a:t>
            </a:r>
          </a:p>
          <a:p>
            <a:r>
              <a:rPr lang="zh-TW" altLang="zh-TW" dirty="0"/>
              <a:t>    groupName VARCHAR(50) NOT NULL,</a:t>
            </a:r>
          </a:p>
          <a:p>
            <a:r>
              <a:rPr lang="zh-TW" altLang="zh-TW" dirty="0"/>
              <a:t>    creationDate TIMESTAMP NOT NULL DEFAULT CURRENT_TIMESTAMP,</a:t>
            </a:r>
          </a:p>
          <a:p>
            <a:r>
              <a:rPr lang="zh-TW" altLang="zh-TW" dirty="0"/>
              <a:t>    deadlineDate TIMESTAMP NOT NULL,</a:t>
            </a:r>
          </a:p>
          <a:p>
            <a:r>
              <a:rPr lang="zh-TW" altLang="zh-TW" dirty="0"/>
              <a:t>    description VARCHAR(255),</a:t>
            </a:r>
          </a:p>
          <a:p>
            <a:r>
              <a:rPr lang="zh-TW" altLang="zh-TW" dirty="0"/>
              <a:t>    state CHAR(1) NOT NULL DEFAULT '1', </a:t>
            </a:r>
          </a:p>
          <a:p>
            <a:r>
              <a:rPr lang="zh-TW" altLang="zh-TW" dirty="0"/>
              <a:t>    CONSTRAINT PK_GroupBuyGroup PRIMARY KEY (group_id),</a:t>
            </a:r>
          </a:p>
          <a:p>
            <a:r>
              <a:rPr lang="zh-TW" altLang="zh-TW" dirty="0"/>
              <a:t>    CONSTRAINT FK_GroupBuyGroup_Member FOREIGN KEY (creatorId) REFERENCES Member(member_id),</a:t>
            </a:r>
          </a:p>
          <a:p>
            <a:r>
              <a:rPr lang="zh-TW" altLang="zh-TW" dirty="0"/>
              <a:t>    CONSTRAINT chk_group_id_domain CHECK (</a:t>
            </a:r>
          </a:p>
          <a:p>
            <a:r>
              <a:rPr lang="zh-TW" altLang="zh-TW" dirty="0"/>
              <a:t>        LENGTH(group_id) = 10 </a:t>
            </a:r>
          </a:p>
          <a:p>
            <a:r>
              <a:rPr lang="zh-TW" altLang="zh-TW" dirty="0"/>
              <a:t>        AND group_id ~ '^g[0-9]{9}$'</a:t>
            </a:r>
          </a:p>
          <a:p>
            <a:r>
              <a:rPr lang="zh-TW" altLang="zh-TW" dirty="0"/>
              <a:t>    ),</a:t>
            </a:r>
          </a:p>
          <a:p>
            <a:r>
              <a:rPr lang="zh-TW" altLang="zh-TW" dirty="0"/>
              <a:t>    CONSTRAINT chk_group_state CHECK (state IN ('0', '1', '2'))</a:t>
            </a:r>
          </a:p>
        </p:txBody>
      </p:sp>
    </p:spTree>
    <p:extLst>
      <p:ext uri="{BB962C8B-B14F-4D97-AF65-F5344CB8AC3E}">
        <p14:creationId xmlns:p14="http://schemas.microsoft.com/office/powerpoint/2010/main" val="1677346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0E2FA8B-C499-70DF-A8F4-077DCEEAD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600" y="0"/>
            <a:ext cx="8596668" cy="1320800"/>
          </a:xfrm>
        </p:spPr>
        <p:txBody>
          <a:bodyPr>
            <a:normAutofit/>
          </a:bodyPr>
          <a:lstStyle/>
          <a:p>
            <a:r>
              <a:rPr lang="zh-TW" altLang="en-US" sz="2800" dirty="0">
                <a:solidFill>
                  <a:schemeClr val="tx1"/>
                </a:solidFill>
              </a:rPr>
              <a:t>三、 </a:t>
            </a:r>
            <a:r>
              <a:rPr lang="zh-TW" altLang="zh-TW" sz="2800" dirty="0">
                <a:solidFill>
                  <a:schemeClr val="tx1"/>
                </a:solidFill>
              </a:rPr>
              <a:t>成員實體</a:t>
            </a:r>
            <a:br>
              <a:rPr lang="zh-TW" altLang="zh-TW" sz="2800" dirty="0">
                <a:solidFill>
                  <a:schemeClr val="tx1"/>
                </a:solidFill>
              </a:rPr>
            </a:br>
            <a:endParaRPr lang="zh-TW" altLang="en-US" sz="2800" dirty="0">
              <a:solidFill>
                <a:schemeClr val="tx1"/>
              </a:solidFill>
            </a:endParaRPr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67B00E86-46F7-FBF3-A311-EE6734D5FF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0975753"/>
              </p:ext>
            </p:extLst>
          </p:nvPr>
        </p:nvGraphicFramePr>
        <p:xfrm>
          <a:off x="5102942" y="791403"/>
          <a:ext cx="6826458" cy="5275193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1317522">
                  <a:extLst>
                    <a:ext uri="{9D8B030D-6E8A-4147-A177-3AD203B41FA5}">
                      <a16:colId xmlns:a16="http://schemas.microsoft.com/office/drawing/2014/main" val="3138697700"/>
                    </a:ext>
                  </a:extLst>
                </a:gridCol>
                <a:gridCol w="1071716">
                  <a:extLst>
                    <a:ext uri="{9D8B030D-6E8A-4147-A177-3AD203B41FA5}">
                      <a16:colId xmlns:a16="http://schemas.microsoft.com/office/drawing/2014/main" val="2855624865"/>
                    </a:ext>
                  </a:extLst>
                </a:gridCol>
                <a:gridCol w="1120878">
                  <a:extLst>
                    <a:ext uri="{9D8B030D-6E8A-4147-A177-3AD203B41FA5}">
                      <a16:colId xmlns:a16="http://schemas.microsoft.com/office/drawing/2014/main" val="1776053845"/>
                    </a:ext>
                  </a:extLst>
                </a:gridCol>
                <a:gridCol w="1043190">
                  <a:extLst>
                    <a:ext uri="{9D8B030D-6E8A-4147-A177-3AD203B41FA5}">
                      <a16:colId xmlns:a16="http://schemas.microsoft.com/office/drawing/2014/main" val="3062966089"/>
                    </a:ext>
                  </a:extLst>
                </a:gridCol>
                <a:gridCol w="2273152">
                  <a:extLst>
                    <a:ext uri="{9D8B030D-6E8A-4147-A177-3AD203B41FA5}">
                      <a16:colId xmlns:a16="http://schemas.microsoft.com/office/drawing/2014/main" val="3783888866"/>
                    </a:ext>
                  </a:extLst>
                </a:gridCol>
              </a:tblGrid>
              <a:tr h="49719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欄位名稱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1361" marR="1136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欄位說明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1361" marR="1136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是否可為空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1361" marR="1136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預設值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1361" marR="1136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domain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1361" marR="1136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6902267"/>
                  </a:ext>
                </a:extLst>
              </a:tr>
              <a:tr h="32053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0" dirty="0" err="1">
                          <a:solidFill>
                            <a:schemeClr val="tx1"/>
                          </a:solidFill>
                          <a:effectLst/>
                        </a:rPr>
                        <a:t>member_id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1361" marR="1136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成員編號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1361" marR="1136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否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1361" marR="1136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buNone/>
                      </a:pP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無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1361" marR="1136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  <a:buNone/>
                      </a:pP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主鍵，長度固定為</a:t>
                      </a: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 10</a:t>
                      </a: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：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342900" lvl="0" indent="-342900" algn="just">
                        <a:lnSpc>
                          <a:spcPts val="2000"/>
                        </a:lnSpc>
                        <a:buFont typeface="Wingdings" panose="05000000000000000000" pitchFamily="2" charset="2"/>
                        <a:buChar char=""/>
                      </a:pP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使用者類型：</a:t>
                      </a: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位（固定為</a:t>
                      </a: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 m</a:t>
                      </a: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）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342900" lvl="0" indent="-342900" algn="just">
                        <a:lnSpc>
                          <a:spcPts val="2000"/>
                        </a:lnSpc>
                        <a:buFont typeface="Wingdings" panose="05000000000000000000" pitchFamily="2" charset="2"/>
                        <a:buChar char=""/>
                      </a:pP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註冊年份：</a:t>
                      </a: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位（固定為西元年份的後兩碼）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342900" lvl="0" indent="-342900" algn="just">
                        <a:lnSpc>
                          <a:spcPts val="2000"/>
                        </a:lnSpc>
                        <a:buFont typeface="Wingdings" panose="05000000000000000000" pitchFamily="2" charset="2"/>
                        <a:buChar char=""/>
                      </a:pP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地區：</a:t>
                      </a: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位（身分字號的開頭轉換</a:t>
                      </a: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 ASCII code</a:t>
                      </a: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，或縣市代碼）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342900" lvl="0" indent="-342900" algn="just">
                        <a:lnSpc>
                          <a:spcPts val="2000"/>
                        </a:lnSpc>
                        <a:buFont typeface="Wingdings" panose="05000000000000000000" pitchFamily="2" charset="2"/>
                        <a:buChar char=""/>
                      </a:pP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性別：</a:t>
                      </a: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位（固定為</a:t>
                      </a: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 0:</a:t>
                      </a: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男性、</a:t>
                      </a: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1:</a:t>
                      </a: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女性、</a:t>
                      </a: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2:</a:t>
                      </a: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未註記）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342900" lvl="0" indent="-342900" algn="just">
                        <a:lnSpc>
                          <a:spcPts val="2000"/>
                        </a:lnSpc>
                        <a:buFont typeface="Wingdings" panose="05000000000000000000" pitchFamily="2" charset="2"/>
                        <a:buChar char=""/>
                      </a:pP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流水號：</a:t>
                      </a: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位（從</a:t>
                      </a: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 1 </a:t>
                      </a: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開始，不足位數用零補齊）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1361" marR="1136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6036262"/>
                  </a:ext>
                </a:extLst>
              </a:tr>
              <a:tr h="2748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0" dirty="0" err="1">
                          <a:solidFill>
                            <a:schemeClr val="tx1"/>
                          </a:solidFill>
                          <a:effectLst/>
                        </a:rPr>
                        <a:t>accountid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1361" marR="1136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帳號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1361" marR="1136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否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1361" marR="1136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無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1361" marR="1136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長度不超過</a:t>
                      </a: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 20 </a:t>
                      </a: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的字串，不可包含特殊符號。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1361" marR="1136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7522511"/>
                  </a:ext>
                </a:extLst>
              </a:tr>
              <a:tr h="10166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address_line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1361" marR="1136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詳細地址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1361" marR="1136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否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1361" marR="1136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無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1361" marR="1136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長度不超過</a:t>
                      </a: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 100 </a:t>
                      </a: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的字串。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1361" marR="1136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04716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city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1361" marR="1136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居住城市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1361" marR="1136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否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1361" marR="1136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無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1361" marR="1136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長度不超過</a:t>
                      </a: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 20 </a:t>
                      </a: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的字串（如：台北市、雲林縣）。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1361" marR="1136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2695764"/>
                  </a:ext>
                </a:extLst>
              </a:tr>
              <a:tr h="4174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zipcode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1361" marR="1136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郵遞區號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1361" marR="1136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否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1361" marR="1136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無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1361" marR="1136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長度固定為</a:t>
                      </a: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 3 </a:t>
                      </a: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到</a:t>
                      </a: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 5 </a:t>
                      </a: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位的純數字字串。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1361" marR="1136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8136405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11840910" y="6496593"/>
            <a:ext cx="3510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TW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74293FF-DB43-D03F-AF04-E8FB4A129DA5}"/>
              </a:ext>
            </a:extLst>
          </p:cNvPr>
          <p:cNvSpPr txBox="1">
            <a:spLocks/>
          </p:cNvSpPr>
          <p:nvPr/>
        </p:nvSpPr>
        <p:spPr>
          <a:xfrm>
            <a:off x="477975" y="910079"/>
            <a:ext cx="4624967" cy="58635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indent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1143000" indent="-2286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600200" indent="-2286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2057400" indent="-2286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2514600" indent="-2286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 marL="2971800" indent="-2286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3429000" indent="-2286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3886200" indent="-2286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r>
              <a:rPr lang="zh-TW" altLang="zh-TW" dirty="0"/>
              <a:t>CREATE TABLE Member (</a:t>
            </a:r>
          </a:p>
          <a:p>
            <a:r>
              <a:rPr lang="zh-TW" altLang="zh-TW" dirty="0"/>
              <a:t>    member_id CHAR(10) NOT NULL,</a:t>
            </a:r>
          </a:p>
          <a:p>
            <a:r>
              <a:rPr lang="zh-TW" altLang="zh-TW" dirty="0"/>
              <a:t>    accountid CHAR(10) NOT NULL,</a:t>
            </a:r>
          </a:p>
          <a:p>
            <a:r>
              <a:rPr lang="zh-TW" altLang="zh-TW" dirty="0"/>
              <a:t>    city VARCHAR(20) NOT NULL,</a:t>
            </a:r>
          </a:p>
          <a:p>
            <a:r>
              <a:rPr lang="zh-TW" altLang="zh-TW" dirty="0"/>
              <a:t>    address_line VARCHAR(100) NOT NULL,</a:t>
            </a:r>
          </a:p>
          <a:p>
            <a:r>
              <a:rPr lang="zh-TW" altLang="zh-TW" dirty="0"/>
              <a:t>    zipcode VARCHAR(10) NOT NULL,</a:t>
            </a:r>
          </a:p>
          <a:p>
            <a:r>
              <a:rPr lang="zh-TW" altLang="zh-TW" dirty="0"/>
              <a:t>    CONSTRAINT PK_Member PRIMARY KEY (member_id),</a:t>
            </a:r>
          </a:p>
          <a:p>
            <a:r>
              <a:rPr lang="zh-TW" altLang="zh-TW" dirty="0"/>
              <a:t>    CONSTRAINT FK_Member_Account FOREIGN KEY (accountid) REFERENCES Account(account_Id) ON DELETE CASCADE,</a:t>
            </a:r>
          </a:p>
          <a:p>
            <a:r>
              <a:rPr lang="zh-TW" altLang="zh-TW" dirty="0"/>
              <a:t>    CONSTRAINT chk_member_id_domain CHECK (</a:t>
            </a:r>
          </a:p>
          <a:p>
            <a:r>
              <a:rPr lang="zh-TW" altLang="zh-TW" dirty="0"/>
              <a:t>        LENGTH(member_id) = 10 </a:t>
            </a:r>
          </a:p>
          <a:p>
            <a:r>
              <a:rPr lang="zh-TW" altLang="zh-TW" dirty="0"/>
              <a:t>        AND member_id ~ '^m[0-9]{9}$'</a:t>
            </a:r>
          </a:p>
          <a:p>
            <a:r>
              <a:rPr lang="zh-TW" altLang="zh-TW" dirty="0"/>
              <a:t>    )</a:t>
            </a:r>
          </a:p>
        </p:txBody>
      </p:sp>
    </p:spTree>
    <p:extLst>
      <p:ext uri="{BB962C8B-B14F-4D97-AF65-F5344CB8AC3E}">
        <p14:creationId xmlns:p14="http://schemas.microsoft.com/office/powerpoint/2010/main" val="158441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D080E52-8367-1AD0-474D-6CC5E3138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456" y="0"/>
            <a:ext cx="8596668" cy="1320800"/>
          </a:xfrm>
        </p:spPr>
        <p:txBody>
          <a:bodyPr>
            <a:normAutofit/>
          </a:bodyPr>
          <a:lstStyle/>
          <a:p>
            <a:r>
              <a:rPr lang="zh-TW" altLang="en-US" sz="2800" dirty="0">
                <a:solidFill>
                  <a:schemeClr val="tx1"/>
                </a:solidFill>
              </a:rPr>
              <a:t>四、 </a:t>
            </a:r>
            <a:r>
              <a:rPr lang="zh-TW" altLang="zh-TW" sz="2800" dirty="0">
                <a:solidFill>
                  <a:schemeClr val="tx1"/>
                </a:solidFill>
              </a:rPr>
              <a:t>訂單實體</a:t>
            </a:r>
            <a:br>
              <a:rPr lang="zh-TW" altLang="zh-TW" sz="2800" dirty="0">
                <a:solidFill>
                  <a:schemeClr val="tx1"/>
                </a:solidFill>
              </a:rPr>
            </a:br>
            <a:endParaRPr lang="zh-TW" altLang="en-US" sz="2800" dirty="0">
              <a:solidFill>
                <a:schemeClr val="tx1"/>
              </a:solidFill>
            </a:endParaRPr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7743117B-7481-FBB2-F47B-F8D9FA2AC0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2186094"/>
              </p:ext>
            </p:extLst>
          </p:nvPr>
        </p:nvGraphicFramePr>
        <p:xfrm>
          <a:off x="4888237" y="335917"/>
          <a:ext cx="7124307" cy="6304108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1306085">
                  <a:extLst>
                    <a:ext uri="{9D8B030D-6E8A-4147-A177-3AD203B41FA5}">
                      <a16:colId xmlns:a16="http://schemas.microsoft.com/office/drawing/2014/main" val="2681439469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280456830"/>
                    </a:ext>
                  </a:extLst>
                </a:gridCol>
                <a:gridCol w="670199">
                  <a:extLst>
                    <a:ext uri="{9D8B030D-6E8A-4147-A177-3AD203B41FA5}">
                      <a16:colId xmlns:a16="http://schemas.microsoft.com/office/drawing/2014/main" val="1295716797"/>
                    </a:ext>
                  </a:extLst>
                </a:gridCol>
                <a:gridCol w="953729">
                  <a:extLst>
                    <a:ext uri="{9D8B030D-6E8A-4147-A177-3AD203B41FA5}">
                      <a16:colId xmlns:a16="http://schemas.microsoft.com/office/drawing/2014/main" val="318868905"/>
                    </a:ext>
                  </a:extLst>
                </a:gridCol>
                <a:gridCol w="2670294">
                  <a:extLst>
                    <a:ext uri="{9D8B030D-6E8A-4147-A177-3AD203B41FA5}">
                      <a16:colId xmlns:a16="http://schemas.microsoft.com/office/drawing/2014/main" val="2092060223"/>
                    </a:ext>
                  </a:extLst>
                </a:gridCol>
              </a:tblGrid>
              <a:tr h="4613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欄位名稱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2070" marR="120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欄位說明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2070" marR="120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是否可為空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2070" marR="120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預設值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2070" marR="120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domain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2070" marR="120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011681"/>
                  </a:ext>
                </a:extLst>
              </a:tr>
              <a:tr h="13378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0" dirty="0" err="1">
                          <a:solidFill>
                            <a:schemeClr val="tx1"/>
                          </a:solidFill>
                          <a:effectLst/>
                        </a:rPr>
                        <a:t>order_id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2070" marR="120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訂單編號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2070" marR="120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否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2070" marR="120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無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2070" marR="120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  <a:buNone/>
                      </a:pP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主鍵，長度固定為</a:t>
                      </a: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 10</a:t>
                      </a: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：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342900" lvl="0" indent="-342900" algn="just">
                        <a:lnSpc>
                          <a:spcPts val="2000"/>
                        </a:lnSpc>
                        <a:buFont typeface="Wingdings" panose="05000000000000000000" pitchFamily="2" charset="2"/>
                        <a:buChar char=""/>
                      </a:pP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實體類型：</a:t>
                      </a: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位（固定為</a:t>
                      </a: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 o</a:t>
                      </a: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）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342900" lvl="0" indent="-342900" algn="just">
                        <a:lnSpc>
                          <a:spcPts val="2000"/>
                        </a:lnSpc>
                        <a:buFont typeface="Wingdings" panose="05000000000000000000" pitchFamily="2" charset="2"/>
                        <a:buChar char=""/>
                      </a:pP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建立年份：</a:t>
                      </a: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位（固定為西元年份的後兩碼）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342900" lvl="0" indent="-342900" algn="just">
                        <a:lnSpc>
                          <a:spcPts val="2000"/>
                        </a:lnSpc>
                        <a:buFont typeface="Wingdings" panose="05000000000000000000" pitchFamily="2" charset="2"/>
                        <a:buChar char=""/>
                      </a:pP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訂單類型：</a:t>
                      </a: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位（如</a:t>
                      </a: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 01:</a:t>
                      </a: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一般團購、</a:t>
                      </a: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02:</a:t>
                      </a: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快速團購）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342900" lvl="0" indent="-342900" algn="just">
                        <a:lnSpc>
                          <a:spcPts val="2000"/>
                        </a:lnSpc>
                        <a:buFont typeface="Wingdings" panose="05000000000000000000" pitchFamily="2" charset="2"/>
                        <a:buChar char=""/>
                      </a:pP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流水號：</a:t>
                      </a: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位（從</a:t>
                      </a: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 1 </a:t>
                      </a: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開始，不足位數用零補齊）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2070" marR="120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2718033"/>
                  </a:ext>
                </a:extLst>
              </a:tr>
              <a:tr h="1911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0" dirty="0" err="1">
                          <a:solidFill>
                            <a:schemeClr val="tx1"/>
                          </a:solidFill>
                          <a:effectLst/>
                        </a:rPr>
                        <a:t>group</a:t>
                      </a:r>
                      <a:r>
                        <a:rPr lang="en-US" altLang="zh-TW" sz="1400" kern="0" dirty="0" err="1">
                          <a:solidFill>
                            <a:schemeClr val="tx1"/>
                          </a:solidFill>
                          <a:effectLst/>
                        </a:rPr>
                        <a:t>I</a:t>
                      </a:r>
                      <a:r>
                        <a:rPr lang="en-US" sz="1400" kern="0" dirty="0" err="1">
                          <a:solidFill>
                            <a:schemeClr val="tx1"/>
                          </a:solidFill>
                          <a:effectLst/>
                        </a:rPr>
                        <a:t>d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2070" marR="120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關聯團購群組編號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2070" marR="120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否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2070" marR="120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無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2070" marR="120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需要外鍵參照到</a:t>
                      </a: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 GroupBuyGroup </a:t>
                      </a: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表中的</a:t>
                      </a: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 group_Id</a:t>
                      </a: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。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2070" marR="120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575391"/>
                  </a:ext>
                </a:extLst>
              </a:tr>
              <a:tr h="2424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0" dirty="0" err="1">
                          <a:solidFill>
                            <a:schemeClr val="tx1"/>
                          </a:solidFill>
                          <a:effectLst/>
                        </a:rPr>
                        <a:t>member</a:t>
                      </a:r>
                      <a:r>
                        <a:rPr lang="en-US" altLang="zh-TW" sz="1400" kern="0" dirty="0" err="1">
                          <a:solidFill>
                            <a:schemeClr val="tx1"/>
                          </a:solidFill>
                          <a:effectLst/>
                        </a:rPr>
                        <a:t>I</a:t>
                      </a:r>
                      <a:r>
                        <a:rPr lang="en-US" sz="1400" kern="0" dirty="0" err="1">
                          <a:solidFill>
                            <a:schemeClr val="tx1"/>
                          </a:solidFill>
                          <a:effectLst/>
                        </a:rPr>
                        <a:t>d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2070" marR="120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下單成員編號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2070" marR="120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否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2070" marR="120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無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2070" marR="120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需要外鍵參照到</a:t>
                      </a: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 Member </a:t>
                      </a: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表中的</a:t>
                      </a: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 member_Id</a:t>
                      </a: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。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2070" marR="120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606608"/>
                  </a:ext>
                </a:extLst>
              </a:tr>
              <a:tr h="3070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0" dirty="0" err="1">
                          <a:solidFill>
                            <a:schemeClr val="tx1"/>
                          </a:solidFill>
                          <a:effectLst/>
                        </a:rPr>
                        <a:t>totalAmount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2070" marR="120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訂單總金額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2070" marR="120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否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2070" marR="120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2070" marR="120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正整數，必須大於或等於</a:t>
                      </a: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 0</a:t>
                      </a: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。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2070" marR="120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2557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0" dirty="0" err="1">
                          <a:solidFill>
                            <a:schemeClr val="tx1"/>
                          </a:solidFill>
                          <a:effectLst/>
                        </a:rPr>
                        <a:t>orderDate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2070" marR="120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訂單成立日期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2070" marR="120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否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2070" marR="120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CURRENT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_TIMESTAMP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2070" marR="120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日期時間型態。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2070" marR="120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7388247"/>
                  </a:ext>
                </a:extLst>
              </a:tr>
              <a:tr h="6177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Status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2070" marR="120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訂單狀態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2070" marR="120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否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2070" marR="120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'0'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2070" marR="120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  <a:buNone/>
                      </a:pP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長度固定為</a:t>
                      </a: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 1 </a:t>
                      </a: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的字串或代碼：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342900" lvl="0" indent="-342900" algn="just">
                        <a:lnSpc>
                          <a:spcPts val="2000"/>
                        </a:lnSpc>
                        <a:buFont typeface="Wingdings" panose="05000000000000000000" pitchFamily="2" charset="2"/>
                        <a:buChar char=""/>
                      </a:pPr>
                      <a:r>
                        <a:rPr lang="en-US" alt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‘0'</a:t>
                      </a: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：</a:t>
                      </a:r>
                      <a:r>
                        <a:rPr lang="zh-TW" alt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不成立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342900" lvl="0" indent="-342900" algn="just">
                        <a:lnSpc>
                          <a:spcPts val="2000"/>
                        </a:lnSpc>
                        <a:buFont typeface="Wingdings" panose="05000000000000000000" pitchFamily="2" charset="2"/>
                        <a:buChar char=""/>
                      </a:pP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'1'</a:t>
                      </a: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：</a:t>
                      </a:r>
                      <a:r>
                        <a:rPr lang="zh-TW" alt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已成立未付款未出貨</a:t>
                      </a:r>
                      <a:endParaRPr lang="en-US" altLang="zh-TW" sz="1400" kern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342900" lvl="0" indent="-342900" algn="just">
                        <a:lnSpc>
                          <a:spcPts val="2000"/>
                        </a:lnSpc>
                        <a:buFont typeface="Wingdings" panose="05000000000000000000" pitchFamily="2" charset="2"/>
                        <a:buChar char=""/>
                      </a:pP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'2'</a:t>
                      </a: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：</a:t>
                      </a:r>
                      <a:r>
                        <a:rPr lang="zh-TW" alt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已成立已付款未出貨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342900" lvl="0" indent="-342900" algn="just">
                        <a:lnSpc>
                          <a:spcPts val="2000"/>
                        </a:lnSpc>
                        <a:buFont typeface="Wingdings" panose="05000000000000000000" pitchFamily="2" charset="2"/>
                        <a:buChar char=""/>
                      </a:pP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‘3’</a:t>
                      </a: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：</a:t>
                      </a:r>
                      <a:r>
                        <a:rPr lang="zh-TW" alt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已成立已付款已出貨</a:t>
                      </a:r>
                      <a:endParaRPr lang="zh-TW" altLang="zh-TW" sz="140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342900" lvl="0" indent="-342900" algn="just">
                        <a:lnSpc>
                          <a:spcPts val="2000"/>
                        </a:lnSpc>
                        <a:buFont typeface="Wingdings" panose="05000000000000000000" pitchFamily="2" charset="2"/>
                        <a:buChar char=""/>
                      </a:pPr>
                      <a:r>
                        <a:rPr lang="en-US" alt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‘</a:t>
                      </a: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4’</a:t>
                      </a: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：</a:t>
                      </a:r>
                      <a:r>
                        <a:rPr lang="zh-TW" alt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 訂單完成</a:t>
                      </a:r>
                      <a:r>
                        <a:rPr lang="en-US" alt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‘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2070" marR="120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5481369"/>
                  </a:ext>
                </a:extLst>
              </a:tr>
              <a:tr h="73459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</a:rPr>
                        <a:t>voucher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2070" marR="120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使用的優惠卷編號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2070" marR="120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可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2070" marR="120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無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2070" marR="120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ts val="2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需要外建到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</a:rPr>
                        <a:t> Voucher 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中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</a:rPr>
                        <a:t>。若訂單未使用優惠券則留空 (NULL)。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2070" marR="120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9492148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11840910" y="6496593"/>
            <a:ext cx="3510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zh-TW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B2904E6-BA4F-8297-4A70-FB430CE5E333}"/>
              </a:ext>
            </a:extLst>
          </p:cNvPr>
          <p:cNvSpPr txBox="1">
            <a:spLocks/>
          </p:cNvSpPr>
          <p:nvPr/>
        </p:nvSpPr>
        <p:spPr>
          <a:xfrm>
            <a:off x="447403" y="509346"/>
            <a:ext cx="4440834" cy="58635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indent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1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1143000" indent="-2286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600200" indent="-2286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2057400" indent="-2286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2514600" indent="-2286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 marL="2971800" indent="-2286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3429000" indent="-2286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3886200" indent="-2286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r>
              <a:rPr lang="zh-TW" altLang="zh-TW" dirty="0"/>
              <a:t>CREATE TABLE "Order" (</a:t>
            </a:r>
          </a:p>
          <a:p>
            <a:r>
              <a:rPr lang="zh-TW" altLang="zh-TW" dirty="0"/>
              <a:t>    order_Id CHAR(10) NOT NULL,</a:t>
            </a:r>
          </a:p>
          <a:p>
            <a:r>
              <a:rPr lang="zh-TW" altLang="zh-TW" dirty="0"/>
              <a:t>    memberid CHAR(10) NOT NULL,</a:t>
            </a:r>
          </a:p>
          <a:p>
            <a:r>
              <a:rPr lang="zh-TW" altLang="zh-TW" dirty="0"/>
              <a:t>    groupid CHAR(10) NOT NULL,</a:t>
            </a:r>
          </a:p>
          <a:p>
            <a:r>
              <a:rPr lang="zh-TW" altLang="zh-TW" dirty="0"/>
              <a:t>    voucherId CHAR(10),</a:t>
            </a:r>
          </a:p>
          <a:p>
            <a:r>
              <a:rPr lang="zh-TW" altLang="zh-TW" dirty="0"/>
              <a:t>    totalAmount INT NOT NULL,</a:t>
            </a:r>
          </a:p>
          <a:p>
            <a:r>
              <a:rPr lang="zh-TW" altLang="zh-TW" dirty="0"/>
              <a:t>    orderDate TIMESTAMP NOT NULL DEFAULT CURRENT_TIMESTAMP,</a:t>
            </a:r>
          </a:p>
          <a:p>
            <a:r>
              <a:rPr lang="zh-TW" altLang="zh-TW" dirty="0"/>
              <a:t>    status CHAR(1) NOT NULL DEFAULT '1’, </a:t>
            </a:r>
            <a:endParaRPr lang="en-US" altLang="zh-TW" dirty="0"/>
          </a:p>
          <a:p>
            <a:r>
              <a:rPr lang="zh-TW" altLang="zh-TW" dirty="0"/>
              <a:t>    CONSTRAINT PK_Order PRIMARY KEY (order_Id),</a:t>
            </a:r>
          </a:p>
          <a:p>
            <a:r>
              <a:rPr lang="zh-TW" altLang="zh-TW" dirty="0"/>
              <a:t>    CONSTRAINT FK_Order_Member FOREIGN KEY (memberid) REFERENCES Member(member_id),</a:t>
            </a:r>
          </a:p>
          <a:p>
            <a:r>
              <a:rPr lang="zh-TW" altLang="zh-TW" dirty="0"/>
              <a:t>    CONSTRAINT FK_Order_Group FOREIGN KEY (groupid) REFERENCES GroupBuyGroup(group_id),</a:t>
            </a:r>
          </a:p>
          <a:p>
            <a:r>
              <a:rPr lang="zh-TW" altLang="zh-TW" dirty="0"/>
              <a:t>    CONSTRAINT FK_Order_Voucher FOREIGN KEY (voucherId) REFERENCES Voucher(voucher_id),</a:t>
            </a:r>
          </a:p>
          <a:p>
            <a:r>
              <a:rPr lang="zh-TW" altLang="zh-TW" dirty="0"/>
              <a:t>    CONSTRAINT chk_order_id_domain CHECK (</a:t>
            </a:r>
          </a:p>
          <a:p>
            <a:r>
              <a:rPr lang="zh-TW" altLang="zh-TW" dirty="0"/>
              <a:t>        LENGTH(order_Id) = 10 </a:t>
            </a:r>
          </a:p>
          <a:p>
            <a:r>
              <a:rPr lang="zh-TW" altLang="zh-TW" dirty="0"/>
              <a:t>        AND order_Id ~ '^o[0-9]{9}$'</a:t>
            </a:r>
          </a:p>
          <a:p>
            <a:r>
              <a:rPr lang="zh-TW" altLang="zh-TW" dirty="0"/>
              <a:t>    ),</a:t>
            </a:r>
          </a:p>
          <a:p>
            <a:r>
              <a:rPr lang="zh-TW" altLang="zh-TW" dirty="0"/>
              <a:t>    CONSTRAINT chk_order_status CHECK (status IN ('0', '1', '2')),</a:t>
            </a:r>
          </a:p>
          <a:p>
            <a:r>
              <a:rPr lang="zh-TW" altLang="zh-TW" dirty="0"/>
              <a:t>    CONSTRAINT chk_order_amount CHECK (totalAmount &gt;= 0)</a:t>
            </a:r>
          </a:p>
          <a:p>
            <a:r>
              <a:rPr lang="zh-TW" altLang="zh-TW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2575578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3BB64C-34B4-E7CD-3DA8-90B5BE395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501" y="0"/>
            <a:ext cx="8596668" cy="1320800"/>
          </a:xfrm>
        </p:spPr>
        <p:txBody>
          <a:bodyPr>
            <a:normAutofit/>
          </a:bodyPr>
          <a:lstStyle/>
          <a:p>
            <a:r>
              <a:rPr lang="zh-TW" altLang="en-US" sz="2800" dirty="0">
                <a:solidFill>
                  <a:schemeClr val="tx1"/>
                </a:solidFill>
              </a:rPr>
              <a:t>五、 </a:t>
            </a:r>
            <a:r>
              <a:rPr lang="zh-TW" altLang="zh-TW" sz="2800" dirty="0">
                <a:solidFill>
                  <a:schemeClr val="tx1"/>
                </a:solidFill>
              </a:rPr>
              <a:t>商品實體</a:t>
            </a:r>
            <a:br>
              <a:rPr lang="zh-TW" altLang="zh-TW" sz="2800" dirty="0">
                <a:solidFill>
                  <a:schemeClr val="tx1"/>
                </a:solidFill>
              </a:rPr>
            </a:br>
            <a:endParaRPr lang="zh-TW" altLang="en-US" sz="2800" dirty="0">
              <a:solidFill>
                <a:schemeClr val="tx1"/>
              </a:solidFill>
            </a:endParaRPr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8677860B-E5FA-37DC-28BA-E7775557EA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70636574"/>
              </p:ext>
            </p:extLst>
          </p:nvPr>
        </p:nvGraphicFramePr>
        <p:xfrm>
          <a:off x="4975946" y="660400"/>
          <a:ext cx="7040509" cy="4548730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1537133">
                  <a:extLst>
                    <a:ext uri="{9D8B030D-6E8A-4147-A177-3AD203B41FA5}">
                      <a16:colId xmlns:a16="http://schemas.microsoft.com/office/drawing/2014/main" val="3825210892"/>
                    </a:ext>
                  </a:extLst>
                </a:gridCol>
                <a:gridCol w="1545785">
                  <a:extLst>
                    <a:ext uri="{9D8B030D-6E8A-4147-A177-3AD203B41FA5}">
                      <a16:colId xmlns:a16="http://schemas.microsoft.com/office/drawing/2014/main" val="2372288148"/>
                    </a:ext>
                  </a:extLst>
                </a:gridCol>
                <a:gridCol w="989570">
                  <a:extLst>
                    <a:ext uri="{9D8B030D-6E8A-4147-A177-3AD203B41FA5}">
                      <a16:colId xmlns:a16="http://schemas.microsoft.com/office/drawing/2014/main" val="1733554292"/>
                    </a:ext>
                  </a:extLst>
                </a:gridCol>
                <a:gridCol w="618761">
                  <a:extLst>
                    <a:ext uri="{9D8B030D-6E8A-4147-A177-3AD203B41FA5}">
                      <a16:colId xmlns:a16="http://schemas.microsoft.com/office/drawing/2014/main" val="2867550991"/>
                    </a:ext>
                  </a:extLst>
                </a:gridCol>
                <a:gridCol w="2349260">
                  <a:extLst>
                    <a:ext uri="{9D8B030D-6E8A-4147-A177-3AD203B41FA5}">
                      <a16:colId xmlns:a16="http://schemas.microsoft.com/office/drawing/2014/main" val="1144439406"/>
                    </a:ext>
                  </a:extLst>
                </a:gridCol>
              </a:tblGrid>
              <a:tr h="3231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欄位名稱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7412" marR="741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欄位說明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7412" marR="741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是否可為空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7412" marR="741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預設值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7412" marR="741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domain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7412" marR="741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9107716"/>
                  </a:ext>
                </a:extLst>
              </a:tr>
              <a:tr h="27133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0" dirty="0" err="1">
                          <a:solidFill>
                            <a:schemeClr val="tx1"/>
                          </a:solidFill>
                          <a:effectLst/>
                        </a:rPr>
                        <a:t>product_id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7412" marR="741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商品編號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7412" marR="741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否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7412" marR="741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無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7412" marR="741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  <a:buNone/>
                      </a:pP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主鍵，長度固定為</a:t>
                      </a: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 10</a:t>
                      </a: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：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342900" lvl="0" indent="-342900" algn="just">
                        <a:lnSpc>
                          <a:spcPts val="2000"/>
                        </a:lnSpc>
                        <a:buFont typeface="Wingdings" panose="05000000000000000000" pitchFamily="2" charset="2"/>
                        <a:buChar char=""/>
                      </a:pP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實體類型：</a:t>
                      </a: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位（固定為</a:t>
                      </a: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400" kern="0" dirty="0" err="1">
                          <a:solidFill>
                            <a:schemeClr val="tx1"/>
                          </a:solidFill>
                          <a:effectLst/>
                        </a:rPr>
                        <a:t>i</a:t>
                      </a: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，代表</a:t>
                      </a: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 item/product</a:t>
                      </a: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）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342900" lvl="0" indent="-342900" algn="just">
                        <a:lnSpc>
                          <a:spcPts val="2000"/>
                        </a:lnSpc>
                        <a:buFont typeface="Wingdings" panose="05000000000000000000" pitchFamily="2" charset="2"/>
                        <a:buChar char=""/>
                      </a:pP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上架年份：</a:t>
                      </a: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位（固定為西元年份的後兩碼）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342900" lvl="0" indent="-342900" algn="just">
                        <a:lnSpc>
                          <a:spcPts val="2000"/>
                        </a:lnSpc>
                        <a:buFont typeface="Wingdings" panose="05000000000000000000" pitchFamily="2" charset="2"/>
                        <a:buChar char=""/>
                      </a:pP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供應商</a:t>
                      </a: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/</a:t>
                      </a: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廠商代碼：</a:t>
                      </a: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位（如</a:t>
                      </a: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 01:</a:t>
                      </a: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自營、</a:t>
                      </a: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02:</a:t>
                      </a: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外部廠商）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342900" lvl="0" indent="-342900" algn="just">
                        <a:lnSpc>
                          <a:spcPts val="2000"/>
                        </a:lnSpc>
                        <a:buFont typeface="Wingdings" panose="05000000000000000000" pitchFamily="2" charset="2"/>
                        <a:buChar char=""/>
                      </a:pP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流水號：</a:t>
                      </a: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位（從</a:t>
                      </a: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 1 </a:t>
                      </a: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開始，不足位數用零補齊）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7412" marR="741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1243549"/>
                  </a:ext>
                </a:extLst>
              </a:tr>
              <a:tr h="30853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productName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7412" marR="741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商品名稱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7412" marR="741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否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7412" marR="741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無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7412" marR="741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長度不超過</a:t>
                      </a: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 50 </a:t>
                      </a: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的字串。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7412" marR="741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4385316"/>
                  </a:ext>
                </a:extLst>
              </a:tr>
              <a:tr h="3502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basePrice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7412" marR="741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原價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7412" marR="741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否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7412" marR="741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buNone/>
                      </a:pPr>
                      <a:r>
                        <a:rPr lang="zh-TW" altLang="en-US" sz="1400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無</a:t>
                      </a:r>
                    </a:p>
                  </a:txBody>
                  <a:tcPr marL="7412" marR="741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正整數，金額必須大於</a:t>
                      </a: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 0</a:t>
                      </a: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。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7412" marR="741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36925"/>
                  </a:ext>
                </a:extLst>
              </a:tr>
              <a:tr h="3231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minPurchaseQty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7412" marR="741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最低購買數量限制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7412" marR="741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否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7412" marR="741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7412" marR="741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正整數，預設最低購買</a:t>
                      </a: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 1 </a:t>
                      </a: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件，且必須大於</a:t>
                      </a: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 0</a:t>
                      </a: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。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7412" marR="741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6014254"/>
                  </a:ext>
                </a:extLst>
              </a:tr>
              <a:tr h="3231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stockAvailable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7412" marR="741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現有庫存數量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7412" marR="741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否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7412" marR="741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7412" marR="741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正整數，數量必須大於或等於</a:t>
                      </a: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 0</a:t>
                      </a: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。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7412" marR="741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9616836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11840910" y="6496593"/>
            <a:ext cx="3510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zh-TW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2A490C9-7553-3A3D-BD8C-DD6638663ADE}"/>
              </a:ext>
            </a:extLst>
          </p:cNvPr>
          <p:cNvSpPr txBox="1">
            <a:spLocks/>
          </p:cNvSpPr>
          <p:nvPr/>
        </p:nvSpPr>
        <p:spPr>
          <a:xfrm>
            <a:off x="503705" y="660400"/>
            <a:ext cx="4146130" cy="58635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indent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1143000" indent="-2286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600200" indent="-2286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2057400" indent="-2286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2514600" indent="-2286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 marL="2971800" indent="-2286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3429000" indent="-2286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3886200" indent="-2286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r>
              <a:rPr lang="zh-TW" altLang="zh-TW" dirty="0"/>
              <a:t>CREATE TABLE Product (</a:t>
            </a:r>
          </a:p>
          <a:p>
            <a:r>
              <a:rPr lang="zh-TW" altLang="zh-TW" dirty="0"/>
              <a:t>    product_id CHAR(10) NOT NULL,</a:t>
            </a:r>
          </a:p>
          <a:p>
            <a:r>
              <a:rPr lang="zh-TW" altLang="zh-TW" dirty="0"/>
              <a:t>    productName VARCHAR(50) NOT NULL,</a:t>
            </a:r>
          </a:p>
          <a:p>
            <a:r>
              <a:rPr lang="zh-TW" altLang="zh-TW" dirty="0"/>
              <a:t>    basePrice INT NOT NULL,</a:t>
            </a:r>
          </a:p>
          <a:p>
            <a:r>
              <a:rPr lang="zh-TW" altLang="zh-TW" dirty="0"/>
              <a:t>    minPurchaseQty INT NOT NULL DEFAULT 1,</a:t>
            </a:r>
          </a:p>
          <a:p>
            <a:r>
              <a:rPr lang="zh-TW" altLang="zh-TW" dirty="0"/>
              <a:t>    stockAvailable INT NOT NULL DEFAULT 0,</a:t>
            </a:r>
          </a:p>
          <a:p>
            <a:r>
              <a:rPr lang="zh-TW" altLang="zh-TW" dirty="0"/>
              <a:t>    CONSTRAINT PK_Product PRIMARY KEY (product_id),</a:t>
            </a:r>
          </a:p>
          <a:p>
            <a:r>
              <a:rPr lang="zh-TW" altLang="zh-TW" dirty="0"/>
              <a:t>    CONSTRAINT chk_product_id_domain CHECK (</a:t>
            </a:r>
          </a:p>
          <a:p>
            <a:r>
              <a:rPr lang="zh-TW" altLang="zh-TW" dirty="0"/>
              <a:t>        LENGTH(product_id) = 10 </a:t>
            </a:r>
          </a:p>
          <a:p>
            <a:r>
              <a:rPr lang="zh-TW" altLang="zh-TW" dirty="0"/>
              <a:t>        AND product_id ~ '^pro[0-9]{7}$'</a:t>
            </a:r>
          </a:p>
          <a:p>
            <a:r>
              <a:rPr lang="zh-TW" altLang="zh-TW" dirty="0"/>
              <a:t>    ),</a:t>
            </a:r>
          </a:p>
          <a:p>
            <a:r>
              <a:rPr lang="zh-TW" altLang="zh-TW" dirty="0"/>
              <a:t>    CONSTRAINT chk_product_price CHECK (basePrice &gt;= 0),</a:t>
            </a:r>
          </a:p>
          <a:p>
            <a:r>
              <a:rPr lang="zh-TW" altLang="zh-TW" dirty="0"/>
              <a:t>    CONSTRAINT chk_product_qty CHECK (minPurchaseQty &gt; 0),</a:t>
            </a:r>
          </a:p>
          <a:p>
            <a:r>
              <a:rPr lang="zh-TW" altLang="zh-TW" dirty="0"/>
              <a:t>    CONSTRAINT chk_product_stock CHECK (stockAvailable &gt;= 0)</a:t>
            </a:r>
          </a:p>
          <a:p>
            <a:r>
              <a:rPr lang="zh-TW" altLang="zh-TW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6186077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C7EA9A-62BC-D74C-9FDF-469A5056A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501" y="0"/>
            <a:ext cx="8596668" cy="1320800"/>
          </a:xfrm>
        </p:spPr>
        <p:txBody>
          <a:bodyPr>
            <a:normAutofit/>
          </a:bodyPr>
          <a:lstStyle/>
          <a:p>
            <a:r>
              <a:rPr lang="zh-TW" altLang="en-US" sz="2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六、 </a:t>
            </a:r>
            <a:r>
              <a:rPr lang="zh-TW" altLang="zh-TW" sz="2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商品規格實體</a:t>
            </a:r>
            <a:br>
              <a:rPr lang="zh-TW" altLang="zh-TW" sz="2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</a:br>
            <a:endParaRPr lang="zh-TW" altLang="en-US" sz="28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52C9CE17-EAC4-6A86-FB5B-3F1373C560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299441"/>
              </p:ext>
            </p:extLst>
          </p:nvPr>
        </p:nvGraphicFramePr>
        <p:xfrm>
          <a:off x="5083277" y="768274"/>
          <a:ext cx="7002004" cy="5321452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1368018">
                  <a:extLst>
                    <a:ext uri="{9D8B030D-6E8A-4147-A177-3AD203B41FA5}">
                      <a16:colId xmlns:a16="http://schemas.microsoft.com/office/drawing/2014/main" val="4178761399"/>
                    </a:ext>
                  </a:extLst>
                </a:gridCol>
                <a:gridCol w="1337188">
                  <a:extLst>
                    <a:ext uri="{9D8B030D-6E8A-4147-A177-3AD203B41FA5}">
                      <a16:colId xmlns:a16="http://schemas.microsoft.com/office/drawing/2014/main" val="793937771"/>
                    </a:ext>
                  </a:extLst>
                </a:gridCol>
                <a:gridCol w="1081548">
                  <a:extLst>
                    <a:ext uri="{9D8B030D-6E8A-4147-A177-3AD203B41FA5}">
                      <a16:colId xmlns:a16="http://schemas.microsoft.com/office/drawing/2014/main" val="1461223655"/>
                    </a:ext>
                  </a:extLst>
                </a:gridCol>
                <a:gridCol w="884903">
                  <a:extLst>
                    <a:ext uri="{9D8B030D-6E8A-4147-A177-3AD203B41FA5}">
                      <a16:colId xmlns:a16="http://schemas.microsoft.com/office/drawing/2014/main" val="2487899300"/>
                    </a:ext>
                  </a:extLst>
                </a:gridCol>
                <a:gridCol w="2330347">
                  <a:extLst>
                    <a:ext uri="{9D8B030D-6E8A-4147-A177-3AD203B41FA5}">
                      <a16:colId xmlns:a16="http://schemas.microsoft.com/office/drawing/2014/main" val="4080904366"/>
                    </a:ext>
                  </a:extLst>
                </a:gridCol>
              </a:tblGrid>
              <a:tr h="44764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 baseline="0" dirty="0">
                          <a:solidFill>
                            <a:schemeClr val="tx1"/>
                          </a:solidFill>
                          <a:effectLst/>
                        </a:rPr>
                        <a:t>欄位名稱</a:t>
                      </a:r>
                      <a:endParaRPr lang="zh-TW" sz="1400" kern="100" baseline="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5193" marR="15193" marT="813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 baseline="0">
                          <a:solidFill>
                            <a:schemeClr val="tx1"/>
                          </a:solidFill>
                          <a:effectLst/>
                        </a:rPr>
                        <a:t>欄位說明</a:t>
                      </a:r>
                      <a:endParaRPr lang="zh-TW" sz="1400" kern="100" baseline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5193" marR="15193" marT="813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 baseline="0">
                          <a:solidFill>
                            <a:schemeClr val="tx1"/>
                          </a:solidFill>
                          <a:effectLst/>
                        </a:rPr>
                        <a:t>是否可為空</a:t>
                      </a:r>
                      <a:endParaRPr lang="zh-TW" sz="1400" kern="100" baseline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5193" marR="15193" marT="813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 baseline="0">
                          <a:solidFill>
                            <a:schemeClr val="tx1"/>
                          </a:solidFill>
                          <a:effectLst/>
                        </a:rPr>
                        <a:t>預設值</a:t>
                      </a:r>
                      <a:endParaRPr lang="zh-TW" sz="1400" kern="100" baseline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5193" marR="15193" marT="813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0" baseline="0">
                          <a:solidFill>
                            <a:schemeClr val="tx1"/>
                          </a:solidFill>
                          <a:effectLst/>
                        </a:rPr>
                        <a:t>domain</a:t>
                      </a:r>
                      <a:endParaRPr lang="zh-TW" sz="1400" kern="100" baseline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5193" marR="15193" marT="813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8831000"/>
                  </a:ext>
                </a:extLst>
              </a:tr>
              <a:tr h="23539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0" baseline="0" dirty="0" err="1">
                          <a:solidFill>
                            <a:schemeClr val="tx1"/>
                          </a:solidFill>
                          <a:effectLst/>
                        </a:rPr>
                        <a:t>spec_id</a:t>
                      </a:r>
                      <a:endParaRPr lang="zh-TW" sz="1400" kern="100" baseline="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5193" marR="15193" marT="813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 baseline="0" dirty="0">
                          <a:solidFill>
                            <a:schemeClr val="tx1"/>
                          </a:solidFill>
                          <a:effectLst/>
                        </a:rPr>
                        <a:t>規格編號</a:t>
                      </a:r>
                      <a:endParaRPr lang="zh-TW" sz="1400" kern="100" baseline="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5193" marR="15193" marT="813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 baseline="0" dirty="0">
                          <a:solidFill>
                            <a:schemeClr val="tx1"/>
                          </a:solidFill>
                          <a:effectLst/>
                        </a:rPr>
                        <a:t>否</a:t>
                      </a:r>
                      <a:endParaRPr lang="zh-TW" sz="1400" kern="100" baseline="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5193" marR="15193" marT="813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 baseline="0" dirty="0">
                          <a:solidFill>
                            <a:schemeClr val="tx1"/>
                          </a:solidFill>
                          <a:effectLst/>
                        </a:rPr>
                        <a:t>無</a:t>
                      </a:r>
                      <a:endParaRPr lang="zh-TW" sz="1400" kern="100" baseline="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5193" marR="15193" marT="813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buNone/>
                      </a:pPr>
                      <a:r>
                        <a:rPr lang="zh-TW" sz="1400" kern="0" baseline="0" dirty="0">
                          <a:solidFill>
                            <a:schemeClr val="tx1"/>
                          </a:solidFill>
                          <a:effectLst/>
                        </a:rPr>
                        <a:t>主鍵，長度固定為</a:t>
                      </a:r>
                      <a:r>
                        <a:rPr lang="en-US" sz="1400" kern="0" baseline="0" dirty="0">
                          <a:solidFill>
                            <a:schemeClr val="tx1"/>
                          </a:solidFill>
                          <a:effectLst/>
                        </a:rPr>
                        <a:t> 10</a:t>
                      </a:r>
                      <a:r>
                        <a:rPr lang="zh-TW" sz="1400" kern="0" baseline="0" dirty="0">
                          <a:solidFill>
                            <a:schemeClr val="tx1"/>
                          </a:solidFill>
                          <a:effectLst/>
                        </a:rPr>
                        <a:t>：</a:t>
                      </a:r>
                      <a:endParaRPr lang="zh-TW" sz="1400" kern="100" baseline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342900" lvl="0" indent="-342900" algn="l">
                        <a:lnSpc>
                          <a:spcPts val="2000"/>
                        </a:lnSpc>
                        <a:buFont typeface="Wingdings" panose="05000000000000000000" pitchFamily="2" charset="2"/>
                        <a:buChar char=""/>
                      </a:pPr>
                      <a:r>
                        <a:rPr lang="zh-TW" sz="1400" kern="0" baseline="0" dirty="0">
                          <a:solidFill>
                            <a:schemeClr val="tx1"/>
                          </a:solidFill>
                          <a:effectLst/>
                        </a:rPr>
                        <a:t>實體類型：</a:t>
                      </a:r>
                      <a:r>
                        <a:rPr lang="en-US" sz="1400" kern="0" baseline="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r>
                        <a:rPr lang="zh-TW" sz="1400" kern="0" baseline="0" dirty="0">
                          <a:solidFill>
                            <a:schemeClr val="tx1"/>
                          </a:solidFill>
                          <a:effectLst/>
                        </a:rPr>
                        <a:t>位（固定為</a:t>
                      </a:r>
                      <a:r>
                        <a:rPr lang="en-US" sz="1400" kern="0" baseline="0" dirty="0">
                          <a:solidFill>
                            <a:schemeClr val="tx1"/>
                          </a:solidFill>
                          <a:effectLst/>
                        </a:rPr>
                        <a:t> s</a:t>
                      </a:r>
                      <a:r>
                        <a:rPr lang="zh-TW" sz="1400" kern="0" baseline="0" dirty="0">
                          <a:solidFill>
                            <a:schemeClr val="tx1"/>
                          </a:solidFill>
                          <a:effectLst/>
                        </a:rPr>
                        <a:t>，代表</a:t>
                      </a:r>
                      <a:r>
                        <a:rPr lang="en-US" sz="1400" kern="0" baseline="0" dirty="0">
                          <a:solidFill>
                            <a:schemeClr val="tx1"/>
                          </a:solidFill>
                          <a:effectLst/>
                        </a:rPr>
                        <a:t> specification</a:t>
                      </a:r>
                      <a:r>
                        <a:rPr lang="zh-TW" sz="1400" kern="0" baseline="0" dirty="0">
                          <a:solidFill>
                            <a:schemeClr val="tx1"/>
                          </a:solidFill>
                          <a:effectLst/>
                        </a:rPr>
                        <a:t>）</a:t>
                      </a:r>
                      <a:endParaRPr lang="zh-TW" sz="1400" kern="100" baseline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342900" lvl="0" indent="-342900" algn="l">
                        <a:lnSpc>
                          <a:spcPts val="2000"/>
                        </a:lnSpc>
                        <a:buFont typeface="Wingdings" panose="05000000000000000000" pitchFamily="2" charset="2"/>
                        <a:buChar char=""/>
                      </a:pPr>
                      <a:r>
                        <a:rPr lang="zh-TW" sz="1400" kern="0" baseline="0" dirty="0">
                          <a:solidFill>
                            <a:schemeClr val="tx1"/>
                          </a:solidFill>
                          <a:effectLst/>
                        </a:rPr>
                        <a:t>建立年份：</a:t>
                      </a:r>
                      <a:r>
                        <a:rPr lang="en-US" sz="1400" kern="0" baseline="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r>
                        <a:rPr lang="zh-TW" sz="1400" kern="0" baseline="0" dirty="0">
                          <a:solidFill>
                            <a:schemeClr val="tx1"/>
                          </a:solidFill>
                          <a:effectLst/>
                        </a:rPr>
                        <a:t>位（固定為西元年份的後兩碼）</a:t>
                      </a:r>
                      <a:endParaRPr lang="zh-TW" sz="1400" kern="100" baseline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342900" lvl="0" indent="-342900" algn="l">
                        <a:lnSpc>
                          <a:spcPts val="2000"/>
                        </a:lnSpc>
                        <a:buFont typeface="Wingdings" panose="05000000000000000000" pitchFamily="2" charset="2"/>
                        <a:buChar char=""/>
                      </a:pPr>
                      <a:r>
                        <a:rPr lang="zh-TW" sz="1400" kern="0" baseline="0" dirty="0">
                          <a:solidFill>
                            <a:schemeClr val="tx1"/>
                          </a:solidFill>
                          <a:effectLst/>
                        </a:rPr>
                        <a:t>規格分類：</a:t>
                      </a:r>
                      <a:r>
                        <a:rPr lang="en-US" sz="1400" kern="0" baseline="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r>
                        <a:rPr lang="zh-TW" sz="1400" kern="0" baseline="0" dirty="0">
                          <a:solidFill>
                            <a:schemeClr val="tx1"/>
                          </a:solidFill>
                          <a:effectLst/>
                        </a:rPr>
                        <a:t>位（如</a:t>
                      </a:r>
                      <a:r>
                        <a:rPr lang="en-US" sz="1400" kern="0" baseline="0" dirty="0">
                          <a:solidFill>
                            <a:schemeClr val="tx1"/>
                          </a:solidFill>
                          <a:effectLst/>
                        </a:rPr>
                        <a:t> 01:</a:t>
                      </a:r>
                      <a:r>
                        <a:rPr lang="zh-TW" sz="1400" kern="0" baseline="0" dirty="0">
                          <a:solidFill>
                            <a:schemeClr val="tx1"/>
                          </a:solidFill>
                          <a:effectLst/>
                        </a:rPr>
                        <a:t>顏色、</a:t>
                      </a:r>
                      <a:r>
                        <a:rPr lang="en-US" sz="1400" kern="0" baseline="0" dirty="0">
                          <a:solidFill>
                            <a:schemeClr val="tx1"/>
                          </a:solidFill>
                          <a:effectLst/>
                        </a:rPr>
                        <a:t>02:</a:t>
                      </a:r>
                      <a:r>
                        <a:rPr lang="zh-TW" sz="1400" kern="0" baseline="0" dirty="0">
                          <a:solidFill>
                            <a:schemeClr val="tx1"/>
                          </a:solidFill>
                          <a:effectLst/>
                        </a:rPr>
                        <a:t>尺寸、</a:t>
                      </a:r>
                      <a:r>
                        <a:rPr lang="en-US" sz="1400" kern="0" baseline="0" dirty="0">
                          <a:solidFill>
                            <a:schemeClr val="tx1"/>
                          </a:solidFill>
                          <a:effectLst/>
                        </a:rPr>
                        <a:t>03:</a:t>
                      </a:r>
                      <a:r>
                        <a:rPr lang="zh-TW" sz="1400" kern="0" baseline="0" dirty="0">
                          <a:solidFill>
                            <a:schemeClr val="tx1"/>
                          </a:solidFill>
                          <a:effectLst/>
                        </a:rPr>
                        <a:t>容量）</a:t>
                      </a:r>
                      <a:endParaRPr lang="zh-TW" sz="1400" kern="100" baseline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342900" lvl="0" indent="-342900" algn="l">
                        <a:lnSpc>
                          <a:spcPts val="2000"/>
                        </a:lnSpc>
                        <a:buFont typeface="Wingdings" panose="05000000000000000000" pitchFamily="2" charset="2"/>
                        <a:buChar char=""/>
                      </a:pPr>
                      <a:r>
                        <a:rPr lang="zh-TW" sz="1400" kern="0" baseline="0" dirty="0">
                          <a:solidFill>
                            <a:schemeClr val="tx1"/>
                          </a:solidFill>
                          <a:effectLst/>
                        </a:rPr>
                        <a:t>流水號：</a:t>
                      </a:r>
                      <a:r>
                        <a:rPr lang="en-US" sz="1400" kern="0" baseline="0" dirty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r>
                        <a:rPr lang="zh-TW" sz="1400" kern="0" baseline="0" dirty="0">
                          <a:solidFill>
                            <a:schemeClr val="tx1"/>
                          </a:solidFill>
                          <a:effectLst/>
                        </a:rPr>
                        <a:t>位（從</a:t>
                      </a:r>
                      <a:r>
                        <a:rPr lang="en-US" sz="1400" kern="0" baseline="0" dirty="0">
                          <a:solidFill>
                            <a:schemeClr val="tx1"/>
                          </a:solidFill>
                          <a:effectLst/>
                        </a:rPr>
                        <a:t> 1 </a:t>
                      </a:r>
                      <a:r>
                        <a:rPr lang="zh-TW" sz="1400" kern="0" baseline="0" dirty="0">
                          <a:solidFill>
                            <a:schemeClr val="tx1"/>
                          </a:solidFill>
                          <a:effectLst/>
                        </a:rPr>
                        <a:t>開始，不足位數用零補齊）</a:t>
                      </a:r>
                      <a:endParaRPr lang="zh-TW" sz="1400" kern="100" baseline="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5193" marR="15193" marT="813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839010"/>
                  </a:ext>
                </a:extLst>
              </a:tr>
              <a:tr h="4227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0" baseline="0" dirty="0" err="1">
                          <a:solidFill>
                            <a:schemeClr val="tx1"/>
                          </a:solidFill>
                          <a:effectLst/>
                        </a:rPr>
                        <a:t>productld</a:t>
                      </a:r>
                      <a:endParaRPr lang="zh-TW" sz="1400" kern="100" baseline="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5193" marR="15193" marT="813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 baseline="0">
                          <a:solidFill>
                            <a:schemeClr val="tx1"/>
                          </a:solidFill>
                          <a:effectLst/>
                        </a:rPr>
                        <a:t>所屬商品編號</a:t>
                      </a:r>
                      <a:endParaRPr lang="zh-TW" sz="1400" kern="100" baseline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5193" marR="15193" marT="813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 baseline="0">
                          <a:solidFill>
                            <a:schemeClr val="tx1"/>
                          </a:solidFill>
                          <a:effectLst/>
                        </a:rPr>
                        <a:t>否</a:t>
                      </a:r>
                      <a:endParaRPr lang="zh-TW" sz="1400" kern="100" baseline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5193" marR="15193" marT="813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 baseline="0">
                          <a:solidFill>
                            <a:schemeClr val="tx1"/>
                          </a:solidFill>
                          <a:effectLst/>
                        </a:rPr>
                        <a:t>無</a:t>
                      </a:r>
                      <a:endParaRPr lang="zh-TW" sz="1400" kern="100" baseline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5193" marR="15193" marT="813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 baseline="0" dirty="0">
                          <a:solidFill>
                            <a:schemeClr val="tx1"/>
                          </a:solidFill>
                          <a:effectLst/>
                        </a:rPr>
                        <a:t>需要外鍵參照到</a:t>
                      </a:r>
                      <a:r>
                        <a:rPr lang="en-US" sz="1400" kern="0" baseline="0" dirty="0">
                          <a:solidFill>
                            <a:schemeClr val="tx1"/>
                          </a:solidFill>
                          <a:effectLst/>
                        </a:rPr>
                        <a:t> Product </a:t>
                      </a:r>
                      <a:r>
                        <a:rPr lang="zh-TW" sz="1400" kern="0" baseline="0" dirty="0">
                          <a:solidFill>
                            <a:schemeClr val="tx1"/>
                          </a:solidFill>
                          <a:effectLst/>
                        </a:rPr>
                        <a:t>表中的</a:t>
                      </a:r>
                      <a:r>
                        <a:rPr lang="en-US" sz="1400" kern="0" baseline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400" kern="0" baseline="0" dirty="0" err="1">
                          <a:solidFill>
                            <a:schemeClr val="tx1"/>
                          </a:solidFill>
                          <a:effectLst/>
                        </a:rPr>
                        <a:t>product_Id</a:t>
                      </a:r>
                      <a:r>
                        <a:rPr lang="zh-TW" sz="1400" kern="0" baseline="0" dirty="0">
                          <a:solidFill>
                            <a:schemeClr val="tx1"/>
                          </a:solidFill>
                          <a:effectLst/>
                        </a:rPr>
                        <a:t>。</a:t>
                      </a:r>
                      <a:endParaRPr lang="zh-TW" sz="1400" kern="100" baseline="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5193" marR="15193" marT="813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5010071"/>
                  </a:ext>
                </a:extLst>
              </a:tr>
              <a:tr h="4500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0" baseline="0" dirty="0" err="1">
                          <a:solidFill>
                            <a:schemeClr val="tx1"/>
                          </a:solidFill>
                          <a:effectLst/>
                        </a:rPr>
                        <a:t>orderld</a:t>
                      </a:r>
                      <a:endParaRPr lang="zh-TW" sz="1400" kern="100" baseline="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5193" marR="15193" marT="813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 baseline="0">
                          <a:solidFill>
                            <a:schemeClr val="tx1"/>
                          </a:solidFill>
                          <a:effectLst/>
                        </a:rPr>
                        <a:t>所屬訂單編號</a:t>
                      </a:r>
                      <a:endParaRPr lang="zh-TW" sz="1400" kern="100" baseline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5193" marR="15193" marT="813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 baseline="0" dirty="0">
                          <a:solidFill>
                            <a:schemeClr val="tx1"/>
                          </a:solidFill>
                          <a:effectLst/>
                        </a:rPr>
                        <a:t>否</a:t>
                      </a:r>
                      <a:endParaRPr lang="zh-TW" sz="1400" kern="100" baseline="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5193" marR="15193" marT="813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 baseline="0">
                          <a:solidFill>
                            <a:schemeClr val="tx1"/>
                          </a:solidFill>
                          <a:effectLst/>
                        </a:rPr>
                        <a:t>無</a:t>
                      </a:r>
                      <a:endParaRPr lang="zh-TW" sz="1400" kern="100" baseline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5193" marR="15193" marT="813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 baseline="0" dirty="0">
                          <a:solidFill>
                            <a:schemeClr val="tx1"/>
                          </a:solidFill>
                          <a:effectLst/>
                        </a:rPr>
                        <a:t>需要外鍵參照到 </a:t>
                      </a:r>
                      <a:r>
                        <a:rPr lang="en-US" sz="1400" kern="0" baseline="0" dirty="0">
                          <a:solidFill>
                            <a:schemeClr val="tx1"/>
                          </a:solidFill>
                          <a:effectLst/>
                        </a:rPr>
                        <a:t>order </a:t>
                      </a:r>
                      <a:r>
                        <a:rPr lang="zh-TW" sz="1400" kern="0" baseline="0" dirty="0">
                          <a:solidFill>
                            <a:schemeClr val="tx1"/>
                          </a:solidFill>
                          <a:effectLst/>
                        </a:rPr>
                        <a:t>表中的 </a:t>
                      </a:r>
                      <a:r>
                        <a:rPr lang="en-US" sz="1400" kern="0" baseline="0" dirty="0" err="1">
                          <a:solidFill>
                            <a:schemeClr val="tx1"/>
                          </a:solidFill>
                          <a:effectLst/>
                        </a:rPr>
                        <a:t>order_ld</a:t>
                      </a:r>
                      <a:endParaRPr lang="zh-TW" sz="1400" kern="100" baseline="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5193" marR="15193" marT="813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18075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b="1" dirty="0">
                          <a:solidFill>
                            <a:schemeClr val="tx1"/>
                          </a:solidFill>
                        </a:rPr>
                        <a:t>group_name</a:t>
                      </a:r>
                      <a:endParaRPr lang="zh-TW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dirty="0">
                          <a:solidFill>
                            <a:schemeClr val="tx1"/>
                          </a:solidFill>
                        </a:rPr>
                        <a:t>規格大類名稱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dirty="0">
                          <a:solidFill>
                            <a:schemeClr val="tx1"/>
                          </a:solidFill>
                        </a:rPr>
                        <a:t>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solidFill>
                            <a:schemeClr val="tx1"/>
                          </a:solidFill>
                        </a:rPr>
                        <a:t>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用於前端顯示（例如：顏色、尺寸）</a:t>
                      </a:r>
                      <a:endParaRPr lang="zh-TW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6801483"/>
                  </a:ext>
                </a:extLst>
              </a:tr>
              <a:tr h="1168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b="1" dirty="0">
                          <a:solidFill>
                            <a:schemeClr val="tx1"/>
                          </a:solidFill>
                        </a:rPr>
                        <a:t>option_code</a:t>
                      </a:r>
                      <a:endParaRPr lang="zh-TW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solidFill>
                            <a:schemeClr val="tx1"/>
                          </a:solidFill>
                        </a:rPr>
                        <a:t>規格數值代碼/標準值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dirty="0">
                          <a:solidFill>
                            <a:schemeClr val="tx1"/>
                          </a:solidFill>
                        </a:rPr>
                        <a:t>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dirty="0">
                          <a:solidFill>
                            <a:schemeClr val="tx1"/>
                          </a:solidFill>
                        </a:rPr>
                        <a:t>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400">
                          <a:solidFill>
                            <a:schemeClr val="tx1"/>
                          </a:solidFill>
                        </a:rPr>
                        <a:t>規格的標準值（例如：</a:t>
                      </a:r>
                      <a:r>
                        <a:rPr lang="en-US" altLang="zh-TW" sz="1400">
                          <a:solidFill>
                            <a:schemeClr val="tx1"/>
                          </a:solidFill>
                        </a:rPr>
                        <a:t>RED</a:t>
                      </a:r>
                      <a:r>
                        <a:rPr lang="zh-TW" altLang="en-US" sz="1400">
                          <a:solidFill>
                            <a:schemeClr val="tx1"/>
                          </a:solidFill>
                        </a:rPr>
                        <a:t>、</a:t>
                      </a:r>
                      <a:r>
                        <a:rPr lang="en-US" altLang="zh-TW" sz="1400">
                          <a:solidFill>
                            <a:schemeClr val="tx1"/>
                          </a:solidFill>
                        </a:rPr>
                        <a:t>XL </a:t>
                      </a:r>
                      <a:r>
                        <a:rPr lang="zh-TW" altLang="en-US" sz="1400">
                          <a:solidFill>
                            <a:schemeClr val="tx1"/>
                          </a:solidFill>
                        </a:rPr>
                        <a:t>或簡寫 紅</a:t>
                      </a:r>
                      <a:endParaRPr lang="zh-TW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1307713"/>
                  </a:ext>
                </a:extLst>
              </a:tr>
              <a:tr h="5986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b="1" dirty="0">
                          <a:solidFill>
                            <a:schemeClr val="tx1"/>
                          </a:solidFill>
                        </a:rPr>
                        <a:t>option_name</a:t>
                      </a:r>
                      <a:endParaRPr lang="zh-TW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solidFill>
                            <a:schemeClr val="tx1"/>
                          </a:solidFill>
                        </a:rPr>
                        <a:t>規格數值詳細名稱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solidFill>
                            <a:schemeClr val="tx1"/>
                          </a:solidFill>
                        </a:rPr>
                        <a:t>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dirty="0">
                          <a:solidFill>
                            <a:schemeClr val="tx1"/>
                          </a:solidFill>
                        </a:rPr>
                        <a:t>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</a:rPr>
                        <a:t>具體的詳細規格內容（例如：</a:t>
                      </a:r>
                      <a:r>
                        <a:rPr lang="zh-TW" altLang="zh-TW" sz="1400" kern="1200" dirty="0">
                          <a:solidFill>
                            <a:schemeClr val="tx1"/>
                          </a:solidFill>
                        </a:rPr>
                        <a:t>紅色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</a:rPr>
                        <a:t>、</a:t>
                      </a:r>
                      <a:r>
                        <a:rPr lang="zh-TW" altLang="zh-TW" sz="1400" kern="1200" dirty="0">
                          <a:solidFill>
                            <a:schemeClr val="tx1"/>
                          </a:solidFill>
                        </a:rPr>
                        <a:t>加大碼 (XL)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</a:rPr>
                        <a:t>）</a:t>
                      </a:r>
                      <a:endParaRPr lang="zh-TW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5264049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11840910" y="6496593"/>
            <a:ext cx="3510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zh-TW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2E0687A-2473-2CDB-10AD-F0797C742192}"/>
              </a:ext>
            </a:extLst>
          </p:cNvPr>
          <p:cNvSpPr txBox="1">
            <a:spLocks/>
          </p:cNvSpPr>
          <p:nvPr/>
        </p:nvSpPr>
        <p:spPr>
          <a:xfrm>
            <a:off x="428015" y="660400"/>
            <a:ext cx="4655262" cy="66999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indent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1143000" indent="-2286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600200" indent="-2286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2057400" indent="-2286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2514600" indent="-2286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 marL="2971800" indent="-2286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3429000" indent="-2286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3886200" indent="-2286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r>
              <a:rPr lang="zh-TW" altLang="zh-TW" dirty="0"/>
              <a:t>CREATE TABLE ProductSpecification (</a:t>
            </a:r>
          </a:p>
          <a:p>
            <a:r>
              <a:rPr lang="zh-TW" altLang="zh-TW" dirty="0"/>
              <a:t>    spec_id CHAR(10) NOT NULL,</a:t>
            </a:r>
          </a:p>
          <a:p>
            <a:r>
              <a:rPr lang="zh-TW" altLang="zh-TW" dirty="0"/>
              <a:t>    orderid CHAR(10) NOT NULL,</a:t>
            </a:r>
          </a:p>
          <a:p>
            <a:r>
              <a:rPr lang="zh-TW" altLang="zh-TW" dirty="0"/>
              <a:t>    productid CHAR(10) NOT NULL,</a:t>
            </a:r>
          </a:p>
          <a:p>
            <a:r>
              <a:rPr lang="zh-TW" altLang="zh-TW" dirty="0"/>
              <a:t>    group_name VARCHAR(20) NOT NULL,</a:t>
            </a:r>
          </a:p>
          <a:p>
            <a:r>
              <a:rPr lang="zh-TW" altLang="zh-TW" dirty="0"/>
              <a:t>    option_code VARCHAR(30) NOT NULL,</a:t>
            </a:r>
          </a:p>
          <a:p>
            <a:r>
              <a:rPr lang="zh-TW" altLang="zh-TW" dirty="0"/>
              <a:t>    option_name VARCHAR(100) NOT NULL,</a:t>
            </a:r>
          </a:p>
          <a:p>
            <a:r>
              <a:rPr lang="zh-TW" altLang="zh-TW" dirty="0"/>
              <a:t>    CONSTRAINT PK_ProductSpecification PRIMARY KEY (spec_id),</a:t>
            </a:r>
          </a:p>
          <a:p>
            <a:r>
              <a:rPr lang="zh-TW" altLang="zh-TW" dirty="0"/>
              <a:t>    CONSTRAINT FK_Spec_Order FOREIGN KEY (orderid) REFERENCES "Order"(order_Id) ON DELETE CASCADE,</a:t>
            </a:r>
          </a:p>
          <a:p>
            <a:r>
              <a:rPr lang="zh-TW" altLang="zh-TW" dirty="0"/>
              <a:t>    CONSTRAINT FK_Spec_Product FOREIGN KEY (productid) REFERENCES Product(product_id),</a:t>
            </a:r>
          </a:p>
          <a:p>
            <a:r>
              <a:rPr lang="zh-TW" altLang="zh-TW" dirty="0"/>
              <a:t>    CONSTRAINT chk_spec_id_domain CHECK (</a:t>
            </a:r>
          </a:p>
          <a:p>
            <a:r>
              <a:rPr lang="zh-TW" altLang="zh-TW" dirty="0"/>
              <a:t>        LENGTH(spec_id) = 10 </a:t>
            </a:r>
          </a:p>
          <a:p>
            <a:r>
              <a:rPr lang="zh-TW" altLang="zh-TW" dirty="0"/>
              <a:t>        AND spec_id ~ '^s[0-9]{9}$'</a:t>
            </a:r>
          </a:p>
          <a:p>
            <a:r>
              <a:rPr lang="zh-TW" altLang="zh-TW" dirty="0"/>
              <a:t>    )</a:t>
            </a:r>
          </a:p>
          <a:p>
            <a:r>
              <a:rPr lang="zh-TW" altLang="zh-TW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105486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07C71D-72D0-11ED-C94F-7E7742E61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465065"/>
            <a:ext cx="8596668" cy="1320800"/>
          </a:xfrm>
        </p:spPr>
        <p:txBody>
          <a:bodyPr>
            <a:normAutofit/>
          </a:bodyPr>
          <a:lstStyle/>
          <a:p>
            <a:r>
              <a:rPr lang="zh-TW" altLang="en-US" sz="2800" dirty="0">
                <a:solidFill>
                  <a:schemeClr val="tx1"/>
                </a:solidFill>
              </a:rPr>
              <a:t>七、 </a:t>
            </a:r>
            <a:r>
              <a:rPr lang="zh-TW" altLang="zh-TW" sz="2800" dirty="0">
                <a:solidFill>
                  <a:schemeClr val="tx1"/>
                </a:solidFill>
              </a:rPr>
              <a:t>優惠卷實體</a:t>
            </a:r>
            <a:endParaRPr lang="zh-TW" altLang="en-US" sz="2800" dirty="0">
              <a:solidFill>
                <a:schemeClr val="tx1"/>
              </a:solidFill>
            </a:endParaRPr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258A0477-0942-98B5-E792-E1C1A0B9E0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4432159"/>
              </p:ext>
            </p:extLst>
          </p:nvPr>
        </p:nvGraphicFramePr>
        <p:xfrm>
          <a:off x="5043949" y="1005204"/>
          <a:ext cx="6972507" cy="4962591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1248697">
                  <a:extLst>
                    <a:ext uri="{9D8B030D-6E8A-4147-A177-3AD203B41FA5}">
                      <a16:colId xmlns:a16="http://schemas.microsoft.com/office/drawing/2014/main" val="3581751813"/>
                    </a:ext>
                  </a:extLst>
                </a:gridCol>
                <a:gridCol w="1339957">
                  <a:extLst>
                    <a:ext uri="{9D8B030D-6E8A-4147-A177-3AD203B41FA5}">
                      <a16:colId xmlns:a16="http://schemas.microsoft.com/office/drawing/2014/main" val="3268220661"/>
                    </a:ext>
                  </a:extLst>
                </a:gridCol>
                <a:gridCol w="1130710">
                  <a:extLst>
                    <a:ext uri="{9D8B030D-6E8A-4147-A177-3AD203B41FA5}">
                      <a16:colId xmlns:a16="http://schemas.microsoft.com/office/drawing/2014/main" val="879124400"/>
                    </a:ext>
                  </a:extLst>
                </a:gridCol>
                <a:gridCol w="1042219">
                  <a:extLst>
                    <a:ext uri="{9D8B030D-6E8A-4147-A177-3AD203B41FA5}">
                      <a16:colId xmlns:a16="http://schemas.microsoft.com/office/drawing/2014/main" val="4134928430"/>
                    </a:ext>
                  </a:extLst>
                </a:gridCol>
                <a:gridCol w="2210924">
                  <a:extLst>
                    <a:ext uri="{9D8B030D-6E8A-4147-A177-3AD203B41FA5}">
                      <a16:colId xmlns:a16="http://schemas.microsoft.com/office/drawing/2014/main" val="87029325"/>
                    </a:ext>
                  </a:extLst>
                </a:gridCol>
              </a:tblGrid>
              <a:tr h="4207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欄位名稱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246" marR="924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欄位說明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246" marR="924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是否可為空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246" marR="924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預設值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246" marR="924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domain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246" marR="924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426831"/>
                  </a:ext>
                </a:extLst>
              </a:tr>
              <a:tr h="27333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0" dirty="0" err="1">
                          <a:solidFill>
                            <a:schemeClr val="tx1"/>
                          </a:solidFill>
                          <a:effectLst/>
                        </a:rPr>
                        <a:t>voucher_id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246" marR="924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優惠券內部編號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246" marR="924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否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246" marR="924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無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246" marR="924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  <a:buNone/>
                      </a:pP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主鍵，長度固定為</a:t>
                      </a: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 10</a:t>
                      </a: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：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342900" lvl="0" indent="-342900">
                        <a:lnSpc>
                          <a:spcPts val="2000"/>
                        </a:lnSpc>
                        <a:buFont typeface="Wingdings" panose="05000000000000000000" pitchFamily="2" charset="2"/>
                        <a:buChar char=""/>
                      </a:pP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實體類型：</a:t>
                      </a: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位（固定為</a:t>
                      </a: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 v</a:t>
                      </a: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）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342900" lvl="0" indent="-342900">
                        <a:lnSpc>
                          <a:spcPts val="2000"/>
                        </a:lnSpc>
                        <a:buFont typeface="Wingdings" panose="05000000000000000000" pitchFamily="2" charset="2"/>
                        <a:buChar char=""/>
                      </a:pP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發行年份：</a:t>
                      </a: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位（固定為西元年份的後兩碼）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342900" lvl="0" indent="-342900">
                        <a:lnSpc>
                          <a:spcPts val="2000"/>
                        </a:lnSpc>
                        <a:buFont typeface="Wingdings" panose="05000000000000000000" pitchFamily="2" charset="2"/>
                        <a:buChar char=""/>
                      </a:pP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折抵類型：</a:t>
                      </a: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位（如</a:t>
                      </a: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 01:</a:t>
                      </a: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滿額現折、</a:t>
                      </a: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02:</a:t>
                      </a: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百分比折扣）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342900" lvl="0" indent="-342900">
                        <a:lnSpc>
                          <a:spcPts val="2000"/>
                        </a:lnSpc>
                        <a:buFont typeface="Wingdings" panose="05000000000000000000" pitchFamily="2" charset="2"/>
                        <a:buChar char=""/>
                      </a:pP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流水號：</a:t>
                      </a: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位（從</a:t>
                      </a: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 1 </a:t>
                      </a: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開始，不足位數用零補）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246" marR="924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176979"/>
                  </a:ext>
                </a:extLst>
              </a:tr>
              <a:tr h="6781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0" dirty="0" err="1">
                          <a:solidFill>
                            <a:schemeClr val="tx1"/>
                          </a:solidFill>
                          <a:effectLst/>
                        </a:rPr>
                        <a:t>voucherCode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246" marR="924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優惠券代碼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246" marR="924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否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246" marR="924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無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246" marR="924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字串，長度 </a:t>
                      </a:r>
                      <a:r>
                        <a:rPr lang="en-US" alt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20</a:t>
                      </a:r>
                      <a:r>
                        <a:rPr lang="zh-TW" alt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，不可重複 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246" marR="924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0709556"/>
                  </a:ext>
                </a:extLst>
              </a:tr>
              <a:tr h="6781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0" dirty="0" err="1">
                          <a:solidFill>
                            <a:schemeClr val="tx1"/>
                          </a:solidFill>
                          <a:effectLst/>
                        </a:rPr>
                        <a:t>validFrom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246" marR="924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優惠有效起日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246" marR="924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否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246" marR="924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無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246" marR="924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日期時間型態，必須小於或等於</a:t>
                      </a: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400" kern="0" dirty="0" err="1">
                          <a:solidFill>
                            <a:schemeClr val="tx1"/>
                          </a:solidFill>
                          <a:effectLst/>
                        </a:rPr>
                        <a:t>validUntil</a:t>
                      </a: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。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246" marR="924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1748123"/>
                  </a:ext>
                </a:extLst>
              </a:tr>
              <a:tr h="4521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validUntil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246" marR="924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優惠有效止日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246" marR="924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否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246" marR="924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無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246" marR="924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日期時間型態，必須大於</a:t>
                      </a: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400" kern="0" dirty="0" err="1">
                          <a:solidFill>
                            <a:schemeClr val="tx1"/>
                          </a:solidFill>
                          <a:effectLst/>
                        </a:rPr>
                        <a:t>validFrom</a:t>
                      </a: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。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246" marR="924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4255481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11840910" y="6496593"/>
            <a:ext cx="3510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zh-TW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D2019E3C-3C9D-1CF5-D6F0-9647E2E3DFB5}"/>
              </a:ext>
            </a:extLst>
          </p:cNvPr>
          <p:cNvSpPr txBox="1">
            <a:spLocks/>
          </p:cNvSpPr>
          <p:nvPr/>
        </p:nvSpPr>
        <p:spPr>
          <a:xfrm>
            <a:off x="436108" y="1005204"/>
            <a:ext cx="4400333" cy="42943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indent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1143000" indent="-2286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600200" indent="-2286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2057400" indent="-2286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2514600" indent="-2286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 marL="2971800" indent="-2286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3429000" indent="-2286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3886200" indent="-2286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r>
              <a:rPr lang="zh-TW" altLang="zh-TW" dirty="0"/>
              <a:t>CREATE TABLE Voucher (</a:t>
            </a:r>
          </a:p>
          <a:p>
            <a:r>
              <a:rPr lang="zh-TW" altLang="zh-TW" dirty="0"/>
              <a:t>    voucher_id CHAR(10) NOT NULL,</a:t>
            </a:r>
          </a:p>
          <a:p>
            <a:r>
              <a:rPr lang="zh-TW" altLang="zh-TW" dirty="0"/>
              <a:t>    voucherCode VARCHAR(20) NOT NULL,</a:t>
            </a:r>
          </a:p>
          <a:p>
            <a:r>
              <a:rPr lang="zh-TW" altLang="zh-TW" dirty="0"/>
              <a:t>    validFrom TIMESTAMP NOT NULL,</a:t>
            </a:r>
          </a:p>
          <a:p>
            <a:r>
              <a:rPr lang="zh-TW" altLang="zh-TW" dirty="0"/>
              <a:t>    validUntil TIMESTAMP NOT NULL,</a:t>
            </a:r>
          </a:p>
          <a:p>
            <a:r>
              <a:rPr lang="zh-TW" altLang="zh-TW" dirty="0"/>
              <a:t>    CONSTRAINT PK_Voucher PRIMARY KEY (voucher_id),</a:t>
            </a:r>
          </a:p>
          <a:p>
            <a:r>
              <a:rPr lang="zh-TW" altLang="zh-TW" dirty="0"/>
              <a:t>    CONSTRAINT UQ_Voucher_Code UNIQUE (voucherCode),</a:t>
            </a:r>
          </a:p>
          <a:p>
            <a:r>
              <a:rPr lang="zh-TW" altLang="zh-TW" dirty="0"/>
              <a:t>    CONSTRAINT chk_voucher_id_domain CHECK (</a:t>
            </a:r>
          </a:p>
          <a:p>
            <a:r>
              <a:rPr lang="zh-TW" altLang="zh-TW" dirty="0"/>
              <a:t>        LENGTH(voucher_id) = 10 </a:t>
            </a:r>
          </a:p>
          <a:p>
            <a:r>
              <a:rPr lang="zh-TW" altLang="zh-TW" dirty="0"/>
              <a:t>        AND voucher_id ~ '^v[0-9]{9}$'</a:t>
            </a:r>
          </a:p>
          <a:p>
            <a:r>
              <a:rPr lang="zh-TW" altLang="zh-TW" dirty="0"/>
              <a:t>    ),</a:t>
            </a:r>
          </a:p>
          <a:p>
            <a:r>
              <a:rPr lang="zh-TW" altLang="zh-TW" dirty="0"/>
              <a:t>    CONSTRAINT chk_voucher_date CHECK (validUntil &gt; validFrom)</a:t>
            </a:r>
          </a:p>
          <a:p>
            <a:r>
              <a:rPr lang="zh-TW" altLang="zh-TW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41458301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1471CC-BE09-30A1-2467-83B1BD6CD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039" y="0"/>
            <a:ext cx="8596668" cy="1320800"/>
          </a:xfrm>
        </p:spPr>
        <p:txBody>
          <a:bodyPr>
            <a:normAutofit/>
          </a:bodyPr>
          <a:lstStyle/>
          <a:p>
            <a:r>
              <a:rPr lang="zh-TW" altLang="en-US" sz="2800" dirty="0">
                <a:solidFill>
                  <a:schemeClr val="tx1"/>
                </a:solidFill>
              </a:rPr>
              <a:t>八、 </a:t>
            </a:r>
            <a:r>
              <a:rPr lang="zh-TW" altLang="zh-TW" sz="2800" dirty="0">
                <a:solidFill>
                  <a:schemeClr val="tx1"/>
                </a:solidFill>
              </a:rPr>
              <a:t>付款實體</a:t>
            </a:r>
            <a:br>
              <a:rPr lang="zh-TW" altLang="zh-TW" sz="2800" dirty="0">
                <a:solidFill>
                  <a:schemeClr val="tx1"/>
                </a:solidFill>
              </a:rPr>
            </a:br>
            <a:endParaRPr lang="zh-TW" altLang="en-US" sz="2800" dirty="0">
              <a:solidFill>
                <a:schemeClr val="tx1"/>
              </a:solidFill>
            </a:endParaRPr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C7336934-26B0-11B1-5BF4-B0D48A8487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9278465"/>
              </p:ext>
            </p:extLst>
          </p:nvPr>
        </p:nvGraphicFramePr>
        <p:xfrm>
          <a:off x="4788310" y="601344"/>
          <a:ext cx="7228145" cy="5660934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1337187">
                  <a:extLst>
                    <a:ext uri="{9D8B030D-6E8A-4147-A177-3AD203B41FA5}">
                      <a16:colId xmlns:a16="http://schemas.microsoft.com/office/drawing/2014/main" val="907478596"/>
                    </a:ext>
                  </a:extLst>
                </a:gridCol>
                <a:gridCol w="1425677">
                  <a:extLst>
                    <a:ext uri="{9D8B030D-6E8A-4147-A177-3AD203B41FA5}">
                      <a16:colId xmlns:a16="http://schemas.microsoft.com/office/drawing/2014/main" val="630600204"/>
                    </a:ext>
                  </a:extLst>
                </a:gridCol>
                <a:gridCol w="958125">
                  <a:extLst>
                    <a:ext uri="{9D8B030D-6E8A-4147-A177-3AD203B41FA5}">
                      <a16:colId xmlns:a16="http://schemas.microsoft.com/office/drawing/2014/main" val="1597007769"/>
                    </a:ext>
                  </a:extLst>
                </a:gridCol>
                <a:gridCol w="1022555">
                  <a:extLst>
                    <a:ext uri="{9D8B030D-6E8A-4147-A177-3AD203B41FA5}">
                      <a16:colId xmlns:a16="http://schemas.microsoft.com/office/drawing/2014/main" val="2587090737"/>
                    </a:ext>
                  </a:extLst>
                </a:gridCol>
                <a:gridCol w="2484601">
                  <a:extLst>
                    <a:ext uri="{9D8B030D-6E8A-4147-A177-3AD203B41FA5}">
                      <a16:colId xmlns:a16="http://schemas.microsoft.com/office/drawing/2014/main" val="783220440"/>
                    </a:ext>
                  </a:extLst>
                </a:gridCol>
              </a:tblGrid>
              <a:tr h="4843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欄位名稱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1606" marR="116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欄位說明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1606" marR="116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是否可為空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1606" marR="116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預設值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1606" marR="116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domain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1606" marR="116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2552361"/>
                  </a:ext>
                </a:extLst>
              </a:tr>
              <a:tr h="18077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0" dirty="0" err="1">
                          <a:solidFill>
                            <a:schemeClr val="tx1"/>
                          </a:solidFill>
                          <a:effectLst/>
                        </a:rPr>
                        <a:t>payment_id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1606" marR="116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付款紀錄編號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1606" marR="116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否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1606" marR="116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無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1606" marR="116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buNone/>
                      </a:pP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主鍵，長度固定為</a:t>
                      </a: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 10</a:t>
                      </a: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：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342900" lvl="0" indent="-342900">
                        <a:lnSpc>
                          <a:spcPts val="1200"/>
                        </a:lnSpc>
                        <a:buFont typeface="Wingdings" panose="05000000000000000000" pitchFamily="2" charset="2"/>
                        <a:buChar char=""/>
                      </a:pP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實體類型：</a:t>
                      </a: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位（固定為</a:t>
                      </a: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 t</a:t>
                      </a: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，代表</a:t>
                      </a: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 Transaction/Payment</a:t>
                      </a: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）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342900" lvl="0" indent="-342900">
                        <a:lnSpc>
                          <a:spcPts val="1200"/>
                        </a:lnSpc>
                        <a:buFont typeface="Wingdings" panose="05000000000000000000" pitchFamily="2" charset="2"/>
                        <a:buChar char=""/>
                      </a:pP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付款年份：</a:t>
                      </a: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位（固定為西元年份的後兩碼）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342900" lvl="0" indent="-342900">
                        <a:lnSpc>
                          <a:spcPts val="1200"/>
                        </a:lnSpc>
                        <a:buFont typeface="Wingdings" panose="05000000000000000000" pitchFamily="2" charset="2"/>
                        <a:buChar char=""/>
                      </a:pP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付款方式分類：</a:t>
                      </a: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位（如</a:t>
                      </a: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 01:</a:t>
                      </a: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信用卡、</a:t>
                      </a: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02:LINE Pay</a:t>
                      </a: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、</a:t>
                      </a: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03:</a:t>
                      </a: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轉帳）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342900" lvl="0" indent="-342900">
                        <a:lnSpc>
                          <a:spcPts val="1200"/>
                        </a:lnSpc>
                        <a:buFont typeface="Wingdings" panose="05000000000000000000" pitchFamily="2" charset="2"/>
                        <a:buChar char=""/>
                      </a:pP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流水號：</a:t>
                      </a: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位（從</a:t>
                      </a: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 1 </a:t>
                      </a: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開始，不足位數用零補齊）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1606" marR="116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379717"/>
                  </a:ext>
                </a:extLst>
              </a:tr>
              <a:tr h="4843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0" dirty="0" err="1">
                          <a:solidFill>
                            <a:schemeClr val="tx1"/>
                          </a:solidFill>
                          <a:effectLst/>
                        </a:rPr>
                        <a:t>orderld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1606" marR="116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所有訂單明細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1606" marR="116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否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1606" marR="116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無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1606" marR="116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需要外鍵參照到 </a:t>
                      </a: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order </a:t>
                      </a: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表中的 </a:t>
                      </a:r>
                      <a:r>
                        <a:rPr lang="en-US" sz="1400" kern="0" dirty="0" err="1">
                          <a:solidFill>
                            <a:schemeClr val="tx1"/>
                          </a:solidFill>
                          <a:effectLst/>
                        </a:rPr>
                        <a:t>order_ld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1606" marR="116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6116338"/>
                  </a:ext>
                </a:extLst>
              </a:tr>
              <a:tr h="8734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paymentMethod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1606" marR="116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付款方式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1606" marR="116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否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1606" marR="116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無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1606" marR="116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  <a:buNone/>
                      </a:pPr>
                      <a:r>
                        <a:rPr lang="zh-TW" alt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長度固定為</a:t>
                      </a:r>
                      <a:r>
                        <a:rPr lang="en-US" alt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 1 </a:t>
                      </a:r>
                      <a:r>
                        <a:rPr lang="zh-TW" alt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的字串或代碼：</a:t>
                      </a:r>
                      <a:endParaRPr lang="zh-TW" altLang="zh-TW" sz="140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342900" lvl="0" indent="-342900" algn="just">
                        <a:lnSpc>
                          <a:spcPts val="2000"/>
                        </a:lnSpc>
                        <a:buFont typeface="Wingdings" panose="05000000000000000000" pitchFamily="2" charset="2"/>
                        <a:buChar char=""/>
                      </a:pPr>
                      <a:r>
                        <a:rPr lang="en-US" alt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'0'</a:t>
                      </a:r>
                      <a:r>
                        <a:rPr lang="zh-TW" alt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：</a:t>
                      </a:r>
                      <a:r>
                        <a:rPr lang="en-US" alt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Credit Card</a:t>
                      </a:r>
                    </a:p>
                    <a:p>
                      <a:pPr marL="342900" lvl="0" indent="-342900" algn="just">
                        <a:lnSpc>
                          <a:spcPts val="2000"/>
                        </a:lnSpc>
                        <a:buFont typeface="Wingdings" panose="05000000000000000000" pitchFamily="2" charset="2"/>
                        <a:buChar char=""/>
                      </a:pPr>
                      <a:r>
                        <a:rPr lang="en-US" alt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'1'</a:t>
                      </a:r>
                      <a:r>
                        <a:rPr lang="zh-TW" alt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：</a:t>
                      </a:r>
                      <a:r>
                        <a:rPr lang="en-US" alt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LINE Pay</a:t>
                      </a:r>
                      <a:endParaRPr lang="zh-TW" altLang="zh-TW" sz="140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342900" lvl="0" indent="-342900" algn="just">
                        <a:lnSpc>
                          <a:spcPts val="2000"/>
                        </a:lnSpc>
                        <a:buFont typeface="Wingdings" panose="05000000000000000000" pitchFamily="2" charset="2"/>
                        <a:buChar char=""/>
                      </a:pPr>
                      <a:r>
                        <a:rPr lang="en-US" alt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'2'</a:t>
                      </a:r>
                      <a:r>
                        <a:rPr lang="zh-TW" alt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：</a:t>
                      </a:r>
                      <a:r>
                        <a:rPr lang="en-US" alt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ATM</a:t>
                      </a:r>
                      <a:endParaRPr lang="zh-TW" altLang="zh-TW" sz="1400" kern="1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606" marR="116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6944819"/>
                  </a:ext>
                </a:extLst>
              </a:tr>
              <a:tr h="7265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paymentDate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1606" marR="116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付款日期時間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1606" marR="116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否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1606" marR="116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CURRENT_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TIMESTAMP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1606" marR="116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日期時間型態，紀錄實際金流交易成功的時間，不可大於當前系統時間。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1606" marR="116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5496021"/>
                  </a:ext>
                </a:extLst>
              </a:tr>
              <a:tr h="4843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amountPaid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1606" marR="116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實際付款金額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1606" marR="116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否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1606" marR="116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buNone/>
                      </a:pPr>
                      <a:r>
                        <a:rPr lang="zh-TW" altLang="en-US" sz="1400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無</a:t>
                      </a:r>
                    </a:p>
                  </a:txBody>
                  <a:tcPr marL="11606" marR="116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正整數，金額必須大於</a:t>
                      </a: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 0</a:t>
                      </a: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。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1606" marR="116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5404844"/>
                  </a:ext>
                </a:extLst>
              </a:tr>
              <a:tr h="6785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0" dirty="0" err="1">
                          <a:solidFill>
                            <a:schemeClr val="tx1"/>
                          </a:solidFill>
                          <a:effectLst/>
                        </a:rPr>
                        <a:t>transactionid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1606" marR="116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金流業者交易序號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1606" marR="116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否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1606" marR="116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buNone/>
                      </a:pP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無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1606" marR="116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buNone/>
                      </a:pPr>
                      <a:r>
                        <a:rPr lang="zh-TW" alt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字串，長度 </a:t>
                      </a:r>
                      <a:r>
                        <a:rPr lang="en-US" alt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50</a:t>
                      </a:r>
                      <a:r>
                        <a:rPr lang="zh-TW" alt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，不可重複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1606" marR="116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3178234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11840910" y="6496593"/>
            <a:ext cx="3510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zh-TW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C1AF649-BC71-1913-280E-1E2205FF7BDC}"/>
              </a:ext>
            </a:extLst>
          </p:cNvPr>
          <p:cNvSpPr txBox="1">
            <a:spLocks/>
          </p:cNvSpPr>
          <p:nvPr/>
        </p:nvSpPr>
        <p:spPr>
          <a:xfrm>
            <a:off x="416039" y="633080"/>
            <a:ext cx="4372271" cy="58635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indent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1143000" indent="-2286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600200" indent="-2286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2057400" indent="-2286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2514600" indent="-2286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 marL="2971800" indent="-2286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3429000" indent="-2286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3886200" indent="-2286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r>
              <a:rPr lang="zh-TW" altLang="zh-TW" dirty="0"/>
              <a:t>CREATE TABLE Payment (</a:t>
            </a:r>
          </a:p>
          <a:p>
            <a:r>
              <a:rPr lang="zh-TW" altLang="zh-TW" dirty="0"/>
              <a:t>    payment_id CHAR(12) NOT NULL,</a:t>
            </a:r>
          </a:p>
          <a:p>
            <a:r>
              <a:rPr lang="zh-TW" altLang="zh-TW" dirty="0"/>
              <a:t>    orderid CHAR(10) NOT NULL,</a:t>
            </a:r>
          </a:p>
          <a:p>
            <a:r>
              <a:rPr lang="zh-TW" altLang="zh-TW" dirty="0"/>
              <a:t>    paymentMethod CHAR(1) NOT NULL, -- '0':信用卡, '1':LINE Pay, '2':ATM</a:t>
            </a:r>
          </a:p>
          <a:p>
            <a:r>
              <a:rPr lang="zh-TW" altLang="zh-TW" dirty="0"/>
              <a:t>    paymentDate TIMESTAMP NOT NULL DEFAULT CURRENT_TIMESTAMP,</a:t>
            </a:r>
          </a:p>
          <a:p>
            <a:r>
              <a:rPr lang="zh-TW" altLang="zh-TW" dirty="0"/>
              <a:t>    amountPaid INT NOT NULL,</a:t>
            </a:r>
          </a:p>
          <a:p>
            <a:r>
              <a:rPr lang="zh-TW" altLang="zh-TW" dirty="0"/>
              <a:t>    transactionid VARCHAR(50) NOT NULL,</a:t>
            </a:r>
          </a:p>
          <a:p>
            <a:r>
              <a:rPr lang="zh-TW" altLang="zh-TW" dirty="0"/>
              <a:t>    CONSTRAINT PK_Payment PRIMARY KEY (payment_id),</a:t>
            </a:r>
          </a:p>
          <a:p>
            <a:r>
              <a:rPr lang="zh-TW" altLang="zh-TW" dirty="0"/>
              <a:t>    CONSTRAINT UQ_Payment_Order UNIQUE (orderid),</a:t>
            </a:r>
          </a:p>
          <a:p>
            <a:r>
              <a:rPr lang="zh-TW" altLang="zh-TW" dirty="0"/>
              <a:t>    CONSTRAINT UQ_Payment_Transaction UNIQUE (transactionid),</a:t>
            </a:r>
          </a:p>
          <a:p>
            <a:r>
              <a:rPr lang="zh-TW" altLang="zh-TW" dirty="0"/>
              <a:t>    CONSTRAINT FK_Payment_Order FOREIGN KEY (orderid) REFERENCES "Order"(order_Id),</a:t>
            </a:r>
          </a:p>
          <a:p>
            <a:r>
              <a:rPr lang="zh-TW" altLang="zh-TW" dirty="0"/>
              <a:t>    CONSTRAINT chk_payment_id_domain CHECK (</a:t>
            </a:r>
          </a:p>
          <a:p>
            <a:r>
              <a:rPr lang="zh-TW" altLang="zh-TW" dirty="0"/>
              <a:t>        LENGTH(payment_id) = 12 </a:t>
            </a:r>
          </a:p>
          <a:p>
            <a:r>
              <a:rPr lang="zh-TW" altLang="zh-TW" dirty="0"/>
              <a:t>        AND payment_id ~ '^t[0-9]{11}$'</a:t>
            </a:r>
          </a:p>
          <a:p>
            <a:r>
              <a:rPr lang="zh-TW" altLang="zh-TW" dirty="0"/>
              <a:t>    ),</a:t>
            </a:r>
          </a:p>
          <a:p>
            <a:r>
              <a:rPr lang="zh-TW" altLang="zh-TW" dirty="0"/>
              <a:t>    CONSTRAINT chk_payment_method CHECK (paymentMethod IN ('0', '1', '2')),</a:t>
            </a:r>
          </a:p>
          <a:p>
            <a:r>
              <a:rPr lang="zh-TW" altLang="zh-TW" dirty="0"/>
              <a:t>    CONSTRAINT chk_payment_amount CHECK (amountPaid &gt; 0)</a:t>
            </a:r>
          </a:p>
          <a:p>
            <a:r>
              <a:rPr lang="zh-TW" altLang="zh-TW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4104939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57453-9BB0-041E-6871-8213006E1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E2379D-8AEF-7882-356F-ADB5FF767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039" y="0"/>
            <a:ext cx="8596668" cy="1320800"/>
          </a:xfrm>
        </p:spPr>
        <p:txBody>
          <a:bodyPr>
            <a:normAutofit/>
          </a:bodyPr>
          <a:lstStyle/>
          <a:p>
            <a:r>
              <a:rPr lang="zh-TW" altLang="en-US" sz="2800" dirty="0">
                <a:solidFill>
                  <a:schemeClr val="tx1"/>
                </a:solidFill>
              </a:rPr>
              <a:t>九、團購價</a:t>
            </a:r>
            <a:r>
              <a:rPr lang="zh-TW" altLang="zh-TW" sz="2800" dirty="0">
                <a:solidFill>
                  <a:schemeClr val="tx1"/>
                </a:solidFill>
              </a:rPr>
              <a:t>實體</a:t>
            </a:r>
            <a:br>
              <a:rPr lang="zh-TW" altLang="zh-TW" sz="2800" dirty="0">
                <a:solidFill>
                  <a:schemeClr val="tx1"/>
                </a:solidFill>
              </a:rPr>
            </a:br>
            <a:endParaRPr lang="zh-TW" altLang="en-US" sz="2800" dirty="0">
              <a:solidFill>
                <a:schemeClr val="tx1"/>
              </a:solidFill>
            </a:endParaRPr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99669A00-791C-8E55-B47B-50C9E2C52A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2685805"/>
              </p:ext>
            </p:extLst>
          </p:nvPr>
        </p:nvGraphicFramePr>
        <p:xfrm>
          <a:off x="4936324" y="455962"/>
          <a:ext cx="7228146" cy="5048859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1337188">
                  <a:extLst>
                    <a:ext uri="{9D8B030D-6E8A-4147-A177-3AD203B41FA5}">
                      <a16:colId xmlns:a16="http://schemas.microsoft.com/office/drawing/2014/main" val="907478596"/>
                    </a:ext>
                  </a:extLst>
                </a:gridCol>
                <a:gridCol w="1425677">
                  <a:extLst>
                    <a:ext uri="{9D8B030D-6E8A-4147-A177-3AD203B41FA5}">
                      <a16:colId xmlns:a16="http://schemas.microsoft.com/office/drawing/2014/main" val="630600204"/>
                    </a:ext>
                  </a:extLst>
                </a:gridCol>
                <a:gridCol w="958125">
                  <a:extLst>
                    <a:ext uri="{9D8B030D-6E8A-4147-A177-3AD203B41FA5}">
                      <a16:colId xmlns:a16="http://schemas.microsoft.com/office/drawing/2014/main" val="1597007769"/>
                    </a:ext>
                  </a:extLst>
                </a:gridCol>
                <a:gridCol w="1022555">
                  <a:extLst>
                    <a:ext uri="{9D8B030D-6E8A-4147-A177-3AD203B41FA5}">
                      <a16:colId xmlns:a16="http://schemas.microsoft.com/office/drawing/2014/main" val="2587090737"/>
                    </a:ext>
                  </a:extLst>
                </a:gridCol>
                <a:gridCol w="2484601">
                  <a:extLst>
                    <a:ext uri="{9D8B030D-6E8A-4147-A177-3AD203B41FA5}">
                      <a16:colId xmlns:a16="http://schemas.microsoft.com/office/drawing/2014/main" val="783220440"/>
                    </a:ext>
                  </a:extLst>
                </a:gridCol>
              </a:tblGrid>
              <a:tr h="5097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欄位名稱</a:t>
                      </a:r>
                      <a:endParaRPr lang="zh-TW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欄位說明</a:t>
                      </a:r>
                      <a:endParaRPr lang="zh-TW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是否可為空</a:t>
                      </a:r>
                      <a:endParaRPr lang="zh-TW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預設值</a:t>
                      </a:r>
                      <a:endParaRPr lang="zh-TW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d</a:t>
                      </a:r>
                      <a:r>
                        <a:rPr lang="zh-TW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omain</a:t>
                      </a:r>
                      <a:endParaRPr lang="zh-TW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2552361"/>
                  </a:ext>
                </a:extLst>
              </a:tr>
              <a:tr h="13740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groupProduct_id</a:t>
                      </a:r>
                      <a:endParaRPr lang="zh-TW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關聯編號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否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無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zh-TW" b="0" dirty="0"/>
                        <a:t>主鍵，長度固定 10 碼</a:t>
                      </a:r>
                      <a:endParaRPr lang="en-US" altLang="zh-TW" b="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TW" altLang="zh-TW" b="0" dirty="0"/>
                        <a:t>實體類型：前 2 碼固定為 </a:t>
                      </a:r>
                      <a:r>
                        <a:rPr lang="zh-TW" altLang="zh-TW" b="0" dirty="0">
                          <a:latin typeface="Courier New" panose="02070309020205020404" pitchFamily="49" charset="0"/>
                        </a:rPr>
                        <a:t>gp</a:t>
                      </a:r>
                      <a:r>
                        <a:rPr lang="zh-TW" altLang="zh-TW" b="0" dirty="0"/>
                        <a:t> </a:t>
                      </a:r>
                      <a:endParaRPr lang="en-US" altLang="zh-TW" b="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TW" altLang="zh-TW" b="0" dirty="0"/>
                        <a:t>流水號：後 8 碼為</a:t>
                      </a:r>
                      <a:endParaRPr lang="zh-TW" b="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379717"/>
                  </a:ext>
                </a:extLst>
              </a:tr>
              <a:tr h="509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productId</a:t>
                      </a:r>
                      <a:endParaRPr lang="zh-TW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參照商品編號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否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無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外鍵，參照 Product(product_id)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6116338"/>
                  </a:ext>
                </a:extLst>
              </a:tr>
              <a:tr h="7182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groupId</a:t>
                      </a:r>
                      <a:endParaRPr lang="zh-TW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參照團購群組編號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否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無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外鍵，參照 GroupBuyGroup(group_id)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6944819"/>
                  </a:ext>
                </a:extLst>
              </a:tr>
              <a:tr h="7182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groupPrice</a:t>
                      </a:r>
                      <a:endParaRPr lang="zh-TW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團購專屬價格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否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無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正整數，金額必須 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&gt;=</a:t>
                      </a:r>
                      <a:r>
                        <a:rPr lang="zh-TW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0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5496021"/>
                  </a:ext>
                </a:extLst>
              </a:tr>
              <a:tr h="509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groupStock</a:t>
                      </a:r>
                      <a:endParaRPr lang="zh-TW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團購專屬庫存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否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0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正整數，數量必須 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&gt;=</a:t>
                      </a:r>
                      <a:r>
                        <a:rPr lang="zh-TW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 0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5404844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4F95B4CB-1B82-290C-FB6E-A9EF20A0817F}"/>
              </a:ext>
            </a:extLst>
          </p:cNvPr>
          <p:cNvSpPr txBox="1"/>
          <p:nvPr/>
        </p:nvSpPr>
        <p:spPr>
          <a:xfrm>
            <a:off x="11840910" y="6496593"/>
            <a:ext cx="3510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zh-TW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E4D8CC1-D984-72C2-7276-B1C877725411}"/>
              </a:ext>
            </a:extLst>
          </p:cNvPr>
          <p:cNvSpPr txBox="1">
            <a:spLocks/>
          </p:cNvSpPr>
          <p:nvPr/>
        </p:nvSpPr>
        <p:spPr>
          <a:xfrm>
            <a:off x="416039" y="633080"/>
            <a:ext cx="4372271" cy="58635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indent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1143000" indent="-2286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600200" indent="-2286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2057400" indent="-2286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2514600" indent="-2286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 marL="2971800" indent="-2286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3429000" indent="-2286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3886200" indent="-2286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r>
              <a:rPr lang="zh-TW" altLang="zh-TW" dirty="0"/>
              <a:t>CREATE TABLE GroupProduct (</a:t>
            </a:r>
          </a:p>
          <a:p>
            <a:r>
              <a:rPr lang="zh-TW" altLang="zh-TW" dirty="0"/>
              <a:t>    groupProduct_id CHAR(10) NOT NULL,</a:t>
            </a:r>
          </a:p>
          <a:p>
            <a:r>
              <a:rPr lang="zh-TW" altLang="zh-TW" dirty="0"/>
              <a:t>    groupId CHAR(10) NOT NULL,</a:t>
            </a:r>
          </a:p>
          <a:p>
            <a:r>
              <a:rPr lang="zh-TW" altLang="zh-TW" dirty="0"/>
              <a:t>    productId CHAR(10) NOT NULL,</a:t>
            </a:r>
          </a:p>
          <a:p>
            <a:r>
              <a:rPr lang="zh-TW" altLang="zh-TW" dirty="0"/>
              <a:t>    groupPrice INT NOT NULL,</a:t>
            </a:r>
          </a:p>
          <a:p>
            <a:r>
              <a:rPr lang="zh-TW" altLang="zh-TW" dirty="0"/>
              <a:t>    groupStock INT NOT NULL DEFAULT 0,</a:t>
            </a:r>
          </a:p>
          <a:p>
            <a:r>
              <a:rPr lang="zh-TW" altLang="zh-TW" dirty="0"/>
              <a:t>    CONSTRAINT PK_GroupProduct PRIMARY KEY (groupProduct_id),</a:t>
            </a:r>
          </a:p>
          <a:p>
            <a:r>
              <a:rPr lang="zh-TW" altLang="zh-TW" dirty="0"/>
              <a:t>    CONSTRAINT FK_GroupProduct_Group FOREIGN KEY (groupId) REFERENCES GroupBuyGroup(group_id) ON DELETE CASCADE,</a:t>
            </a:r>
          </a:p>
          <a:p>
            <a:r>
              <a:rPr lang="zh-TW" altLang="zh-TW" dirty="0"/>
              <a:t>    CONSTRAINT FK_GroupProduct_Product FOREIGN KEY (productId) REFERENCES Product(product_id),</a:t>
            </a:r>
          </a:p>
          <a:p>
            <a:r>
              <a:rPr lang="zh-TW" altLang="zh-TW" dirty="0"/>
              <a:t>    CONSTRAINT UQ_GroupProduct_Pair UNIQUE (groupId, productId),</a:t>
            </a:r>
          </a:p>
          <a:p>
            <a:r>
              <a:rPr lang="zh-TW" altLang="zh-TW" dirty="0"/>
              <a:t>    CONSTRAINT chk_groupproduct_id_domain CHECK (</a:t>
            </a:r>
          </a:p>
          <a:p>
            <a:r>
              <a:rPr lang="zh-TW" altLang="zh-TW" dirty="0"/>
              <a:t>        LENGTH(groupProduct_id) = 10</a:t>
            </a:r>
          </a:p>
          <a:p>
            <a:r>
              <a:rPr lang="zh-TW" altLang="zh-TW" dirty="0"/>
              <a:t>        AND groupProduct_id ~ '^gp[0-9]{8}$'</a:t>
            </a:r>
          </a:p>
          <a:p>
            <a:r>
              <a:rPr lang="zh-TW" altLang="zh-TW" dirty="0"/>
              <a:t>    ),</a:t>
            </a:r>
          </a:p>
          <a:p>
            <a:r>
              <a:rPr lang="zh-TW" altLang="zh-TW" dirty="0"/>
              <a:t>    CONSTRAINT chk_groupproduct_price CHECK (groupPrice &gt;= 0),</a:t>
            </a:r>
          </a:p>
          <a:p>
            <a:r>
              <a:rPr lang="zh-TW" altLang="zh-TW" dirty="0"/>
              <a:t>    CONSTRAINT chk_groupproduct_stock CHECK (groupStock &gt;= 0)</a:t>
            </a:r>
          </a:p>
          <a:p>
            <a:r>
              <a:rPr lang="zh-TW" altLang="zh-TW" dirty="0"/>
              <a:t>);</a:t>
            </a:r>
          </a:p>
          <a:p>
            <a:br>
              <a:rPr lang="zh-TW" altLang="zh-TW" dirty="0"/>
            </a:br>
            <a:endParaRPr lang="zh-TW" altLang="zh-TW" dirty="0"/>
          </a:p>
        </p:txBody>
      </p:sp>
    </p:spTree>
    <p:extLst>
      <p:ext uri="{BB962C8B-B14F-4D97-AF65-F5344CB8AC3E}">
        <p14:creationId xmlns:p14="http://schemas.microsoft.com/office/powerpoint/2010/main" val="19332943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992763-D00B-F6E5-B02B-83E97AA2E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56238"/>
            <a:ext cx="8596668" cy="1320800"/>
          </a:xfrm>
        </p:spPr>
        <p:txBody>
          <a:bodyPr>
            <a:noAutofit/>
          </a:bodyPr>
          <a:lstStyle/>
          <a:p>
            <a:r>
              <a:rPr lang="zh-TW" altLang="zh-TW" dirty="0">
                <a:solidFill>
                  <a:schemeClr val="tx1"/>
                </a:solidFill>
              </a:rPr>
              <a:t>資料概念層模型</a:t>
            </a:r>
            <a:br>
              <a:rPr lang="zh-TW" altLang="zh-TW" dirty="0">
                <a:solidFill>
                  <a:schemeClr val="tx1"/>
                </a:solidFill>
              </a:rPr>
            </a:br>
            <a:br>
              <a:rPr lang="zh-TW" altLang="zh-TW" dirty="0">
                <a:solidFill>
                  <a:schemeClr val="tx1"/>
                </a:solidFill>
              </a:rPr>
            </a:br>
            <a:endParaRPr lang="zh-TW" altLang="en-US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6" name="內容版面配置區 5">
            <a:extLst>
              <a:ext uri="{FF2B5EF4-FFF2-40B4-BE49-F238E27FC236}">
                <a16:creationId xmlns:a16="http://schemas.microsoft.com/office/drawing/2014/main" id="{8528CB89-FAAF-AE58-ECCA-6CCCD06702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0903113"/>
              </p:ext>
            </p:extLst>
          </p:nvPr>
        </p:nvGraphicFramePr>
        <p:xfrm>
          <a:off x="5554133" y="1441383"/>
          <a:ext cx="6362563" cy="1817553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1413316">
                  <a:extLst>
                    <a:ext uri="{9D8B030D-6E8A-4147-A177-3AD203B41FA5}">
                      <a16:colId xmlns:a16="http://schemas.microsoft.com/office/drawing/2014/main" val="974297522"/>
                    </a:ext>
                  </a:extLst>
                </a:gridCol>
                <a:gridCol w="3562898">
                  <a:extLst>
                    <a:ext uri="{9D8B030D-6E8A-4147-A177-3AD203B41FA5}">
                      <a16:colId xmlns:a16="http://schemas.microsoft.com/office/drawing/2014/main" val="1721040754"/>
                    </a:ext>
                  </a:extLst>
                </a:gridCol>
                <a:gridCol w="1386349">
                  <a:extLst>
                    <a:ext uri="{9D8B030D-6E8A-4147-A177-3AD203B41FA5}">
                      <a16:colId xmlns:a16="http://schemas.microsoft.com/office/drawing/2014/main" val="131507433"/>
                    </a:ext>
                  </a:extLst>
                </a:gridCol>
              </a:tblGrid>
              <a:tr h="3437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100" dirty="0">
                          <a:solidFill>
                            <a:schemeClr val="tx1"/>
                          </a:solidFill>
                          <a:effectLst/>
                        </a:rPr>
                        <a:t>實體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100">
                          <a:solidFill>
                            <a:schemeClr val="tx1"/>
                          </a:solidFill>
                          <a:effectLst/>
                        </a:rPr>
                        <a:t>關聯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100">
                          <a:solidFill>
                            <a:schemeClr val="tx1"/>
                          </a:solidFill>
                          <a:effectLst/>
                        </a:rPr>
                        <a:t>實體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3873591"/>
                  </a:ext>
                </a:extLst>
              </a:tr>
              <a:tr h="7369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 dirty="0" err="1">
                          <a:solidFill>
                            <a:schemeClr val="tx1"/>
                          </a:solidFill>
                          <a:effectLst/>
                        </a:rPr>
                        <a:t>DiscussionPost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1..1</a:t>
                      </a:r>
                      <a:r>
                        <a:rPr lang="zh-TW" sz="1400" kern="100" dirty="0">
                          <a:solidFill>
                            <a:schemeClr val="tx1"/>
                          </a:solidFill>
                          <a:effectLst/>
                        </a:rPr>
                        <a:t>，代表一篇揪團討論貼文必須且只能對應到一個具體的團購群組。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GroupBuyGroup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0245177"/>
                  </a:ext>
                </a:extLst>
              </a:tr>
              <a:tr h="7369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GroupBuyGroup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1..1</a:t>
                      </a:r>
                      <a:r>
                        <a:rPr lang="zh-TW" sz="1400" kern="100" dirty="0">
                          <a:solidFill>
                            <a:schemeClr val="tx1"/>
                          </a:solidFill>
                          <a:effectLst/>
                        </a:rPr>
                        <a:t>，代表一個團購群組必須且只能綁定在一篇討論貼文中發布。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 dirty="0" err="1">
                          <a:solidFill>
                            <a:schemeClr val="tx1"/>
                          </a:solidFill>
                          <a:effectLst/>
                        </a:rPr>
                        <a:t>DiscussionPost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7195717"/>
                  </a:ext>
                </a:extLst>
              </a:tr>
            </a:tbl>
          </a:graphicData>
        </a:graphic>
      </p:graphicFrame>
      <p:sp>
        <p:nvSpPr>
          <p:cNvPr id="5" name="文字方塊 4">
            <a:extLst>
              <a:ext uri="{FF2B5EF4-FFF2-40B4-BE49-F238E27FC236}">
                <a16:creationId xmlns:a16="http://schemas.microsoft.com/office/drawing/2014/main" id="{9F522BDA-26AA-6329-021A-B281CC7DA9B4}"/>
              </a:ext>
            </a:extLst>
          </p:cNvPr>
          <p:cNvSpPr txBox="1"/>
          <p:nvPr/>
        </p:nvSpPr>
        <p:spPr>
          <a:xfrm>
            <a:off x="677334" y="836863"/>
            <a:ext cx="60984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800" dirty="0">
                <a:solidFill>
                  <a:schemeClr val="tx1"/>
                </a:solidFill>
              </a:rPr>
              <a:t>一、 </a:t>
            </a:r>
            <a:r>
              <a:rPr lang="zh-TW" altLang="zh-TW" sz="2800" dirty="0">
                <a:solidFill>
                  <a:schemeClr val="tx1"/>
                </a:solidFill>
              </a:rPr>
              <a:t>貼文實體與團購實體之間的關聯</a:t>
            </a:r>
            <a:endParaRPr lang="zh-TW" altLang="en-US" sz="2800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BA5630D9-AB1F-4D16-6EEB-8A8FF5EDA6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39" t="41174" r="17219" b="38073"/>
          <a:stretch>
            <a:fillRect/>
          </a:stretch>
        </p:blipFill>
        <p:spPr bwMode="auto">
          <a:xfrm>
            <a:off x="677334" y="2178699"/>
            <a:ext cx="472440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文字方塊 7"/>
          <p:cNvSpPr txBox="1"/>
          <p:nvPr/>
        </p:nvSpPr>
        <p:spPr>
          <a:xfrm>
            <a:off x="11840910" y="6496593"/>
            <a:ext cx="3510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zh-TW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8CFFCBD0-CC37-C841-8FDF-A4CB40CEB43A}"/>
              </a:ext>
            </a:extLst>
          </p:cNvPr>
          <p:cNvSpPr txBox="1">
            <a:spLocks/>
          </p:cNvSpPr>
          <p:nvPr/>
        </p:nvSpPr>
        <p:spPr>
          <a:xfrm>
            <a:off x="441360" y="3429000"/>
            <a:ext cx="8596668" cy="57027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zh-TW" altLang="en-US" sz="2800" dirty="0">
                <a:solidFill>
                  <a:schemeClr val="tx1"/>
                </a:solidFill>
              </a:rPr>
              <a:t>二、 </a:t>
            </a:r>
            <a:r>
              <a:rPr lang="zh-TW" altLang="zh-TW" sz="2800" dirty="0">
                <a:solidFill>
                  <a:schemeClr val="tx1"/>
                </a:solidFill>
              </a:rPr>
              <a:t>成員實體與貼文實體之間的關聯</a:t>
            </a:r>
            <a:endParaRPr lang="zh-TW" altLang="en-US" sz="2800" dirty="0">
              <a:solidFill>
                <a:schemeClr val="tx1"/>
              </a:solidFill>
            </a:endParaRPr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6B5F8CE6-DE10-1668-DED3-DCE89A70F05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52334804"/>
              </p:ext>
            </p:extLst>
          </p:nvPr>
        </p:nvGraphicFramePr>
        <p:xfrm>
          <a:off x="5554133" y="4108468"/>
          <a:ext cx="6362563" cy="1912669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1407105">
                  <a:extLst>
                    <a:ext uri="{9D8B030D-6E8A-4147-A177-3AD203B41FA5}">
                      <a16:colId xmlns:a16="http://schemas.microsoft.com/office/drawing/2014/main" val="3054926981"/>
                    </a:ext>
                  </a:extLst>
                </a:gridCol>
                <a:gridCol w="3588774">
                  <a:extLst>
                    <a:ext uri="{9D8B030D-6E8A-4147-A177-3AD203B41FA5}">
                      <a16:colId xmlns:a16="http://schemas.microsoft.com/office/drawing/2014/main" val="3224325273"/>
                    </a:ext>
                  </a:extLst>
                </a:gridCol>
                <a:gridCol w="1366684">
                  <a:extLst>
                    <a:ext uri="{9D8B030D-6E8A-4147-A177-3AD203B41FA5}">
                      <a16:colId xmlns:a16="http://schemas.microsoft.com/office/drawing/2014/main" val="1484700228"/>
                    </a:ext>
                  </a:extLst>
                </a:gridCol>
              </a:tblGrid>
              <a:tr h="325870"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buNone/>
                      </a:pPr>
                      <a:r>
                        <a:rPr lang="zh-TW" altLang="en-US" sz="1400" b="1" kern="100">
                          <a:solidFill>
                            <a:schemeClr val="tx1"/>
                          </a:solidFill>
                          <a:effectLst/>
                        </a:rPr>
                        <a:t>實體</a:t>
                      </a:r>
                      <a:endParaRPr lang="zh-TW" altLang="en-US" sz="1400" b="1" kern="10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buNone/>
                      </a:pPr>
                      <a:r>
                        <a:rPr lang="zh-TW" altLang="en-US" sz="1400" b="1" kern="100" dirty="0">
                          <a:solidFill>
                            <a:schemeClr val="tx1"/>
                          </a:solidFill>
                          <a:effectLst/>
                        </a:rPr>
                        <a:t>關聯</a:t>
                      </a:r>
                      <a:endParaRPr lang="zh-TW" altLang="en-US" sz="1400" b="1" kern="1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buNone/>
                      </a:pPr>
                      <a:r>
                        <a:rPr lang="zh-TW" altLang="en-US" sz="1400" b="1" kern="100">
                          <a:solidFill>
                            <a:schemeClr val="tx1"/>
                          </a:solidFill>
                          <a:effectLst/>
                        </a:rPr>
                        <a:t>實體</a:t>
                      </a:r>
                      <a:endParaRPr lang="zh-TW" altLang="en-US" sz="1400" b="1" kern="10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9435502"/>
                  </a:ext>
                </a:extLst>
              </a:tr>
              <a:tr h="725998"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buNone/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</a:rPr>
                        <a:t>Member</a:t>
                      </a:r>
                      <a:endParaRPr lang="zh-TW" altLang="en-US" sz="1400" b="1" kern="1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buNone/>
                      </a:pP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1..n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，代表一個成員至少要被指定於</a:t>
                      </a: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1 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篇討論貼文，至多可被指定於多篇貼文。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buNone/>
                      </a:pPr>
                      <a:r>
                        <a:rPr lang="en-US" sz="1400" kern="1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DiscussionPost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2367824"/>
                  </a:ext>
                </a:extLst>
              </a:tr>
              <a:tr h="860801"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buNone/>
                      </a:pPr>
                      <a:r>
                        <a:rPr lang="en-US" sz="1400" b="1" kern="100">
                          <a:solidFill>
                            <a:schemeClr val="tx1"/>
                          </a:solidFill>
                          <a:effectLst/>
                        </a:rPr>
                        <a:t>DiscussionPost</a:t>
                      </a:r>
                      <a:endParaRPr lang="zh-TW" altLang="en-US" sz="1400" b="1" kern="10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buNone/>
                      </a:pP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1..n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，代表每篇討論貼文必須指定給至少</a:t>
                      </a: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1 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位成員，至多可同時指定給多位成員。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buNone/>
                      </a:pP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Member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6549021"/>
                  </a:ext>
                </a:extLst>
              </a:tr>
            </a:tbl>
          </a:graphicData>
        </a:graphic>
      </p:graphicFrame>
      <p:pic>
        <p:nvPicPr>
          <p:cNvPr id="9" name="圖片 8">
            <a:extLst>
              <a:ext uri="{FF2B5EF4-FFF2-40B4-BE49-F238E27FC236}">
                <a16:creationId xmlns:a16="http://schemas.microsoft.com/office/drawing/2014/main" id="{714CA68E-4D34-DCF3-A522-21500F68A3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37" t="18806" r="18247" b="38091"/>
          <a:stretch>
            <a:fillRect/>
          </a:stretch>
        </p:blipFill>
        <p:spPr bwMode="auto">
          <a:xfrm>
            <a:off x="677334" y="4604418"/>
            <a:ext cx="4724400" cy="965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403911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2CF453-40F6-9A72-2281-DB94BEDF3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2800" dirty="0">
                <a:solidFill>
                  <a:schemeClr val="tx1"/>
                </a:solidFill>
              </a:rPr>
              <a:t>三、 </a:t>
            </a:r>
            <a:r>
              <a:rPr lang="zh-TW" altLang="zh-TW" sz="2800" dirty="0">
                <a:solidFill>
                  <a:schemeClr val="tx1"/>
                </a:solidFill>
              </a:rPr>
              <a:t>成員實體與訂單實體之間的關聯</a:t>
            </a:r>
            <a:br>
              <a:rPr lang="zh-TW" altLang="zh-TW" sz="2800" dirty="0">
                <a:solidFill>
                  <a:schemeClr val="tx1"/>
                </a:solidFill>
              </a:rPr>
            </a:br>
            <a:endParaRPr lang="zh-TW" altLang="en-US" sz="2800" dirty="0">
              <a:solidFill>
                <a:schemeClr val="tx1"/>
              </a:solidFill>
            </a:endParaRPr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0D3AC5F3-348C-D3D2-350B-D014A82C0F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86364802"/>
              </p:ext>
            </p:extLst>
          </p:nvPr>
        </p:nvGraphicFramePr>
        <p:xfrm>
          <a:off x="5566460" y="1427316"/>
          <a:ext cx="6274450" cy="1631499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1282754">
                  <a:extLst>
                    <a:ext uri="{9D8B030D-6E8A-4147-A177-3AD203B41FA5}">
                      <a16:colId xmlns:a16="http://schemas.microsoft.com/office/drawing/2014/main" val="628286161"/>
                    </a:ext>
                  </a:extLst>
                </a:gridCol>
                <a:gridCol w="3720463">
                  <a:extLst>
                    <a:ext uri="{9D8B030D-6E8A-4147-A177-3AD203B41FA5}">
                      <a16:colId xmlns:a16="http://schemas.microsoft.com/office/drawing/2014/main" val="4048909931"/>
                    </a:ext>
                  </a:extLst>
                </a:gridCol>
                <a:gridCol w="1271233">
                  <a:extLst>
                    <a:ext uri="{9D8B030D-6E8A-4147-A177-3AD203B41FA5}">
                      <a16:colId xmlns:a16="http://schemas.microsoft.com/office/drawing/2014/main" val="1424276998"/>
                    </a:ext>
                  </a:extLst>
                </a:gridCol>
              </a:tblGrid>
              <a:tr h="305052">
                <a:tc>
                  <a:txBody>
                    <a:bodyPr/>
                    <a:lstStyle/>
                    <a:p>
                      <a:pPr indent="69850" algn="ctr">
                        <a:buNone/>
                      </a:pP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實體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69850" algn="ctr">
                        <a:buNone/>
                      </a:pP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關聯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69850" algn="ctr">
                        <a:buNone/>
                      </a:pP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實體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3953200"/>
                  </a:ext>
                </a:extLst>
              </a:tr>
              <a:tr h="686367">
                <a:tc>
                  <a:txBody>
                    <a:bodyPr/>
                    <a:lstStyle/>
                    <a:p>
                      <a:pPr indent="69850" algn="ctr">
                        <a:buNone/>
                      </a:pP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Member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69850" algn="ctr"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1..n</a:t>
                      </a: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，代表一個成員至少要被指定於</a:t>
                      </a: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 1 </a:t>
                      </a: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筆訂單，至多可被指定於多筆訂單。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69850" algn="ctr"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Order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5021537"/>
                  </a:ext>
                </a:extLst>
              </a:tr>
              <a:tr h="589896">
                <a:tc>
                  <a:txBody>
                    <a:bodyPr/>
                    <a:lstStyle/>
                    <a:p>
                      <a:pPr indent="69850" algn="ctr">
                        <a:buNone/>
                      </a:pP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Order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69850" algn="ctr"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1..n</a:t>
                      </a: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，代表每筆訂單必須指定給至少</a:t>
                      </a: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 1 </a:t>
                      </a: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位成員（如合購、拆單或共同分攤），至多可同時指定給多位成員。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69850" algn="ctr">
                        <a:buNone/>
                      </a:pP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Member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6282124"/>
                  </a:ext>
                </a:extLst>
              </a:tr>
            </a:tbl>
          </a:graphicData>
        </a:graphic>
      </p:graphicFrame>
      <p:pic>
        <p:nvPicPr>
          <p:cNvPr id="5" name="圖片 4">
            <a:extLst>
              <a:ext uri="{FF2B5EF4-FFF2-40B4-BE49-F238E27FC236}">
                <a16:creationId xmlns:a16="http://schemas.microsoft.com/office/drawing/2014/main" id="{2FFDBB1D-A7A5-C961-9C36-C4857963D1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98" t="39300" r="19259" b="37731"/>
          <a:stretch>
            <a:fillRect/>
          </a:stretch>
        </p:blipFill>
        <p:spPr bwMode="auto">
          <a:xfrm>
            <a:off x="778151" y="1789012"/>
            <a:ext cx="4559808" cy="59740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文字方塊 6"/>
          <p:cNvSpPr txBox="1"/>
          <p:nvPr/>
        </p:nvSpPr>
        <p:spPr>
          <a:xfrm>
            <a:off x="11840910" y="6496593"/>
            <a:ext cx="3510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endParaRPr lang="zh-TW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306F059A-8B78-EBD8-4F4C-F2072EB97184}"/>
              </a:ext>
            </a:extLst>
          </p:cNvPr>
          <p:cNvSpPr txBox="1">
            <a:spLocks/>
          </p:cNvSpPr>
          <p:nvPr/>
        </p:nvSpPr>
        <p:spPr>
          <a:xfrm>
            <a:off x="677334" y="3462929"/>
            <a:ext cx="8596668" cy="6508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zh-TW" altLang="en-US" sz="2800">
                <a:solidFill>
                  <a:schemeClr val="tx1"/>
                </a:solidFill>
              </a:rPr>
              <a:t>四、 </a:t>
            </a:r>
            <a:r>
              <a:rPr lang="zh-TW" altLang="zh-TW" sz="2800">
                <a:solidFill>
                  <a:schemeClr val="tx1"/>
                </a:solidFill>
              </a:rPr>
              <a:t>商品實體與商品規格實體之間的關聯</a:t>
            </a:r>
            <a:endParaRPr lang="zh-TW" altLang="en-US" sz="2800" dirty="0">
              <a:solidFill>
                <a:schemeClr val="tx1"/>
              </a:solidFill>
            </a:endParaRPr>
          </a:p>
        </p:txBody>
      </p:sp>
      <p:graphicFrame>
        <p:nvGraphicFramePr>
          <p:cNvPr id="6" name="內容版面配置區 3">
            <a:extLst>
              <a:ext uri="{FF2B5EF4-FFF2-40B4-BE49-F238E27FC236}">
                <a16:creationId xmlns:a16="http://schemas.microsoft.com/office/drawing/2014/main" id="{62C34F4F-0B34-8DC3-3DCA-4BFC5D545F4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74789077"/>
              </p:ext>
            </p:extLst>
          </p:nvPr>
        </p:nvGraphicFramePr>
        <p:xfrm>
          <a:off x="5534997" y="4238227"/>
          <a:ext cx="6305913" cy="1649859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1281362">
                  <a:extLst>
                    <a:ext uri="{9D8B030D-6E8A-4147-A177-3AD203B41FA5}">
                      <a16:colId xmlns:a16="http://schemas.microsoft.com/office/drawing/2014/main" val="1021250343"/>
                    </a:ext>
                  </a:extLst>
                </a:gridCol>
                <a:gridCol w="3622116">
                  <a:extLst>
                    <a:ext uri="{9D8B030D-6E8A-4147-A177-3AD203B41FA5}">
                      <a16:colId xmlns:a16="http://schemas.microsoft.com/office/drawing/2014/main" val="4182541997"/>
                    </a:ext>
                  </a:extLst>
                </a:gridCol>
                <a:gridCol w="1402435">
                  <a:extLst>
                    <a:ext uri="{9D8B030D-6E8A-4147-A177-3AD203B41FA5}">
                      <a16:colId xmlns:a16="http://schemas.microsoft.com/office/drawing/2014/main" val="3934909269"/>
                    </a:ext>
                  </a:extLst>
                </a:gridCol>
              </a:tblGrid>
              <a:tr h="322504">
                <a:tc>
                  <a:txBody>
                    <a:bodyPr/>
                    <a:lstStyle/>
                    <a:p>
                      <a:pPr indent="69850" algn="ctr">
                        <a:buNone/>
                      </a:pP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實體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69850" algn="ctr">
                        <a:buNone/>
                      </a:pP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關聯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69850" algn="ctr">
                        <a:buNone/>
                      </a:pP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實體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9067765"/>
                  </a:ext>
                </a:extLst>
              </a:tr>
              <a:tr h="599768">
                <a:tc>
                  <a:txBody>
                    <a:bodyPr/>
                    <a:lstStyle/>
                    <a:p>
                      <a:pPr indent="69850" algn="ctr">
                        <a:buNone/>
                      </a:pP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Product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69850" algn="ctr">
                        <a:buNone/>
                      </a:pP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1..1</a:t>
                      </a: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，代表每個具體的商品規格選項都必須且只能屬於一個商品。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69850" algn="ctr">
                        <a:buNone/>
                      </a:pPr>
                      <a:r>
                        <a:rPr lang="en-US" sz="1400" kern="0" dirty="0" err="1">
                          <a:solidFill>
                            <a:schemeClr val="tx1"/>
                          </a:solidFill>
                          <a:effectLst/>
                        </a:rPr>
                        <a:t>ProductSpec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indent="69850" algn="ctr">
                        <a:buNone/>
                      </a:pPr>
                      <a:r>
                        <a:rPr lang="en-US" sz="1400" kern="0" dirty="0" err="1">
                          <a:solidFill>
                            <a:schemeClr val="tx1"/>
                          </a:solidFill>
                          <a:effectLst/>
                        </a:rPr>
                        <a:t>ification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7667288"/>
                  </a:ext>
                </a:extLst>
              </a:tr>
              <a:tr h="727587">
                <a:tc>
                  <a:txBody>
                    <a:bodyPr/>
                    <a:lstStyle/>
                    <a:p>
                      <a:pPr indent="69850" algn="ctr"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ProductSpe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indent="69850" algn="ctr"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cification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69850" algn="ctr">
                        <a:buNone/>
                      </a:pP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1..n</a:t>
                      </a: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，代表一個商品至少要擁有</a:t>
                      </a: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 1 </a:t>
                      </a: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個規格選項，至多可擁有無限個規格組合。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69850" algn="ctr">
                        <a:buNone/>
                      </a:pP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Product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7424817"/>
                  </a:ext>
                </a:extLst>
              </a:tr>
            </a:tbl>
          </a:graphicData>
        </a:graphic>
      </p:graphicFrame>
      <p:pic>
        <p:nvPicPr>
          <p:cNvPr id="8" name="圖片 7">
            <a:extLst>
              <a:ext uri="{FF2B5EF4-FFF2-40B4-BE49-F238E27FC236}">
                <a16:creationId xmlns:a16="http://schemas.microsoft.com/office/drawing/2014/main" id="{1EAAE53A-9DC1-FBB2-FAAD-5F12033858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41" t="44297" r="16875" b="29608"/>
          <a:stretch>
            <a:fillRect/>
          </a:stretch>
        </p:blipFill>
        <p:spPr bwMode="auto">
          <a:xfrm>
            <a:off x="677334" y="4824296"/>
            <a:ext cx="4738427" cy="65088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408609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954AA13-C96B-C28E-3042-5F1FC5DC9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2800" dirty="0">
                <a:solidFill>
                  <a:schemeClr val="tx1"/>
                </a:solidFill>
              </a:rPr>
              <a:t>五、 </a:t>
            </a:r>
            <a:r>
              <a:rPr lang="zh-TW" altLang="zh-TW" sz="2800" dirty="0">
                <a:solidFill>
                  <a:schemeClr val="tx1"/>
                </a:solidFill>
              </a:rPr>
              <a:t>商品實體與團購實體之間的關聯</a:t>
            </a:r>
            <a:br>
              <a:rPr lang="zh-TW" altLang="zh-TW" sz="2800" dirty="0">
                <a:solidFill>
                  <a:schemeClr val="tx1"/>
                </a:solidFill>
              </a:rPr>
            </a:br>
            <a:endParaRPr lang="zh-TW" altLang="en-US" sz="2800" dirty="0">
              <a:solidFill>
                <a:schemeClr val="tx1"/>
              </a:solidFill>
            </a:endParaRPr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ADC1DADD-8F72-197E-8ABC-88E4D0169F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2348167"/>
              </p:ext>
            </p:extLst>
          </p:nvPr>
        </p:nvGraphicFramePr>
        <p:xfrm>
          <a:off x="5615311" y="1265680"/>
          <a:ext cx="6225599" cy="1811638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1267270">
                  <a:extLst>
                    <a:ext uri="{9D8B030D-6E8A-4147-A177-3AD203B41FA5}">
                      <a16:colId xmlns:a16="http://schemas.microsoft.com/office/drawing/2014/main" val="487681471"/>
                    </a:ext>
                  </a:extLst>
                </a:gridCol>
                <a:gridCol w="3795251">
                  <a:extLst>
                    <a:ext uri="{9D8B030D-6E8A-4147-A177-3AD203B41FA5}">
                      <a16:colId xmlns:a16="http://schemas.microsoft.com/office/drawing/2014/main" val="2856991119"/>
                    </a:ext>
                  </a:extLst>
                </a:gridCol>
                <a:gridCol w="1163078">
                  <a:extLst>
                    <a:ext uri="{9D8B030D-6E8A-4147-A177-3AD203B41FA5}">
                      <a16:colId xmlns:a16="http://schemas.microsoft.com/office/drawing/2014/main" val="1698143256"/>
                    </a:ext>
                  </a:extLst>
                </a:gridCol>
              </a:tblGrid>
              <a:tr h="320231">
                <a:tc>
                  <a:txBody>
                    <a:bodyPr/>
                    <a:lstStyle/>
                    <a:p>
                      <a:pPr indent="69850" algn="ctr">
                        <a:buNone/>
                      </a:pP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實體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69850" algn="ctr">
                        <a:buNone/>
                      </a:pP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關聯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69850" algn="ctr">
                        <a:buNone/>
                      </a:pP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實體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6306146"/>
                  </a:ext>
                </a:extLst>
              </a:tr>
              <a:tr h="753635">
                <a:tc>
                  <a:txBody>
                    <a:bodyPr/>
                    <a:lstStyle/>
                    <a:p>
                      <a:pPr indent="69850" algn="ctr"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Product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69850" algn="ctr">
                        <a:buNone/>
                      </a:pP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1..n</a:t>
                      </a: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，代表一個商品至少要被包含在</a:t>
                      </a: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 1 </a:t>
                      </a: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個團購活動中，至多可參與多個不同的團購。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69850" algn="ctr"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GroupBuy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indent="69850" algn="ctr"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Group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8182000"/>
                  </a:ext>
                </a:extLst>
              </a:tr>
              <a:tr h="737772">
                <a:tc>
                  <a:txBody>
                    <a:bodyPr/>
                    <a:lstStyle/>
                    <a:p>
                      <a:pPr indent="69850" algn="ctr">
                        <a:buNone/>
                      </a:pPr>
                      <a:r>
                        <a:rPr lang="en-US" sz="1400" kern="0" dirty="0" err="1">
                          <a:solidFill>
                            <a:schemeClr val="tx1"/>
                          </a:solidFill>
                          <a:effectLst/>
                        </a:rPr>
                        <a:t>GroupBuy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indent="69850" algn="ctr">
                        <a:buNone/>
                      </a:pP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Group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69850" algn="ctr"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1..n</a:t>
                      </a: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，代表一個團購群組至少要包含</a:t>
                      </a: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 1 </a:t>
                      </a: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件上架商品，至多可同時推廣、組合多件商品。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69850" algn="ctr">
                        <a:buNone/>
                      </a:pP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Product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637333"/>
                  </a:ext>
                </a:extLst>
              </a:tr>
            </a:tbl>
          </a:graphicData>
        </a:graphic>
      </p:graphicFrame>
      <p:pic>
        <p:nvPicPr>
          <p:cNvPr id="5" name="圖片 4">
            <a:extLst>
              <a:ext uri="{FF2B5EF4-FFF2-40B4-BE49-F238E27FC236}">
                <a16:creationId xmlns:a16="http://schemas.microsoft.com/office/drawing/2014/main" id="{E8D9E206-8522-08F5-5543-15014E976E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23" t="39675" r="16818" b="37482"/>
          <a:stretch>
            <a:fillRect/>
          </a:stretch>
        </p:blipFill>
        <p:spPr bwMode="auto">
          <a:xfrm>
            <a:off x="781074" y="1799354"/>
            <a:ext cx="4730497" cy="61569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文字方塊 6"/>
          <p:cNvSpPr txBox="1"/>
          <p:nvPr/>
        </p:nvSpPr>
        <p:spPr>
          <a:xfrm>
            <a:off x="11840910" y="6496593"/>
            <a:ext cx="3510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endParaRPr lang="zh-TW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1F892461-A138-C621-8360-C2A0D84B3F22}"/>
              </a:ext>
            </a:extLst>
          </p:cNvPr>
          <p:cNvSpPr txBox="1">
            <a:spLocks/>
          </p:cNvSpPr>
          <p:nvPr/>
        </p:nvSpPr>
        <p:spPr>
          <a:xfrm>
            <a:off x="677334" y="3497826"/>
            <a:ext cx="8596668" cy="609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zh-TW" altLang="en-US" sz="2800" dirty="0">
                <a:solidFill>
                  <a:schemeClr val="tx1"/>
                </a:solidFill>
              </a:rPr>
              <a:t>六、 </a:t>
            </a:r>
            <a:r>
              <a:rPr lang="zh-TW" altLang="zh-TW" sz="2800" dirty="0">
                <a:solidFill>
                  <a:schemeClr val="tx1"/>
                </a:solidFill>
              </a:rPr>
              <a:t>訂單實體與團購實體之間的關聯</a:t>
            </a:r>
            <a:endParaRPr lang="zh-TW" altLang="en-US" sz="2800" dirty="0">
              <a:solidFill>
                <a:schemeClr val="tx1"/>
              </a:solidFill>
            </a:endParaRPr>
          </a:p>
        </p:txBody>
      </p:sp>
      <p:graphicFrame>
        <p:nvGraphicFramePr>
          <p:cNvPr id="6" name="內容版面配置區 3">
            <a:extLst>
              <a:ext uri="{FF2B5EF4-FFF2-40B4-BE49-F238E27FC236}">
                <a16:creationId xmlns:a16="http://schemas.microsoft.com/office/drawing/2014/main" id="{8E737E1E-5CB1-1880-642D-E6746A17D7D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10299318"/>
              </p:ext>
            </p:extLst>
          </p:nvPr>
        </p:nvGraphicFramePr>
        <p:xfrm>
          <a:off x="5615311" y="4267072"/>
          <a:ext cx="6225599" cy="1616977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1458423">
                  <a:extLst>
                    <a:ext uri="{9D8B030D-6E8A-4147-A177-3AD203B41FA5}">
                      <a16:colId xmlns:a16="http://schemas.microsoft.com/office/drawing/2014/main" val="4159709718"/>
                    </a:ext>
                  </a:extLst>
                </a:gridCol>
                <a:gridCol w="3604098">
                  <a:extLst>
                    <a:ext uri="{9D8B030D-6E8A-4147-A177-3AD203B41FA5}">
                      <a16:colId xmlns:a16="http://schemas.microsoft.com/office/drawing/2014/main" val="2256098161"/>
                    </a:ext>
                  </a:extLst>
                </a:gridCol>
                <a:gridCol w="1163078">
                  <a:extLst>
                    <a:ext uri="{9D8B030D-6E8A-4147-A177-3AD203B41FA5}">
                      <a16:colId xmlns:a16="http://schemas.microsoft.com/office/drawing/2014/main" val="1506727803"/>
                    </a:ext>
                  </a:extLst>
                </a:gridCol>
              </a:tblGrid>
              <a:tr h="3277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實體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關聯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實體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2115409"/>
                  </a:ext>
                </a:extLst>
              </a:tr>
              <a:tr h="5506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Order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1..1</a:t>
                      </a: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，代表每筆訂單都必須且只能屬於一個具體的團購群組。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0" dirty="0" err="1">
                          <a:solidFill>
                            <a:schemeClr val="tx1"/>
                          </a:solidFill>
                          <a:effectLst/>
                        </a:rPr>
                        <a:t>GroupBuy</a:t>
                      </a:r>
                      <a:endParaRPr lang="en-US" sz="1400" kern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Group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1981933"/>
                  </a:ext>
                </a:extLst>
              </a:tr>
              <a:tr h="7386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0" dirty="0" err="1">
                          <a:solidFill>
                            <a:schemeClr val="tx1"/>
                          </a:solidFill>
                          <a:effectLst/>
                        </a:rPr>
                        <a:t>GroupBuyGroup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1..n</a:t>
                      </a: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，代表一個團購群組至少要擁有</a:t>
                      </a: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 1 </a:t>
                      </a: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筆訂單（成團基礎），至多可以累積收到多筆不同的成員訂單。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Order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6658754"/>
                  </a:ext>
                </a:extLst>
              </a:tr>
            </a:tbl>
          </a:graphicData>
        </a:graphic>
      </p:graphicFrame>
      <p:pic>
        <p:nvPicPr>
          <p:cNvPr id="8" name="圖片 7">
            <a:extLst>
              <a:ext uri="{FF2B5EF4-FFF2-40B4-BE49-F238E27FC236}">
                <a16:creationId xmlns:a16="http://schemas.microsoft.com/office/drawing/2014/main" id="{D12AC771-359C-E5A2-039B-802F930803B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02" t="75413" r="15717" b="15801"/>
          <a:stretch>
            <a:fillRect/>
          </a:stretch>
        </p:blipFill>
        <p:spPr bwMode="auto">
          <a:xfrm>
            <a:off x="677334" y="4810009"/>
            <a:ext cx="4431793" cy="53644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5660412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1FE8CA-A3D1-BF67-B477-83201466C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2800" dirty="0">
                <a:solidFill>
                  <a:schemeClr val="tx1"/>
                </a:solidFill>
              </a:rPr>
              <a:t>七、 </a:t>
            </a:r>
            <a:r>
              <a:rPr lang="zh-TW" altLang="zh-TW" sz="2800" dirty="0">
                <a:solidFill>
                  <a:schemeClr val="tx1"/>
                </a:solidFill>
              </a:rPr>
              <a:t>成員實體與團購實體之間的關聯</a:t>
            </a:r>
            <a:br>
              <a:rPr lang="zh-TW" altLang="zh-TW" sz="2800" dirty="0">
                <a:solidFill>
                  <a:schemeClr val="tx1"/>
                </a:solidFill>
              </a:rPr>
            </a:br>
            <a:endParaRPr lang="zh-TW" altLang="en-US" sz="2800" dirty="0">
              <a:solidFill>
                <a:schemeClr val="tx1"/>
              </a:solidFill>
            </a:endParaRPr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423FE7AB-E096-03AB-194A-2DCC4985D3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7584474"/>
              </p:ext>
            </p:extLst>
          </p:nvPr>
        </p:nvGraphicFramePr>
        <p:xfrm>
          <a:off x="5416700" y="1261799"/>
          <a:ext cx="6424210" cy="1768168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1498829">
                  <a:extLst>
                    <a:ext uri="{9D8B030D-6E8A-4147-A177-3AD203B41FA5}">
                      <a16:colId xmlns:a16="http://schemas.microsoft.com/office/drawing/2014/main" val="2492551342"/>
                    </a:ext>
                  </a:extLst>
                </a:gridCol>
                <a:gridCol w="3400419">
                  <a:extLst>
                    <a:ext uri="{9D8B030D-6E8A-4147-A177-3AD203B41FA5}">
                      <a16:colId xmlns:a16="http://schemas.microsoft.com/office/drawing/2014/main" val="1293435989"/>
                    </a:ext>
                  </a:extLst>
                </a:gridCol>
                <a:gridCol w="1524962">
                  <a:extLst>
                    <a:ext uri="{9D8B030D-6E8A-4147-A177-3AD203B41FA5}">
                      <a16:colId xmlns:a16="http://schemas.microsoft.com/office/drawing/2014/main" val="1046017447"/>
                    </a:ext>
                  </a:extLst>
                </a:gridCol>
              </a:tblGrid>
              <a:tr h="3621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實體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關聯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實體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262475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Member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1..1</a:t>
                      </a: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，代表每個團購群組都必須且只能由一位具體的成員發起。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62255" indent="-262255" algn="ctr"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GroupBuyGroup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6978036"/>
                  </a:ext>
                </a:extLst>
              </a:tr>
              <a:tr h="7964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0" dirty="0" err="1">
                          <a:solidFill>
                            <a:schemeClr val="tx1"/>
                          </a:solidFill>
                          <a:effectLst/>
                        </a:rPr>
                        <a:t>GroupBuyGroup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1..n</a:t>
                      </a: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，代表一個成員至少要發起</a:t>
                      </a: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 1 </a:t>
                      </a: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個團購群組才建立此特定關係，至多可以發起多個不同的團購。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Member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7268344"/>
                  </a:ext>
                </a:extLst>
              </a:tr>
            </a:tbl>
          </a:graphicData>
        </a:graphic>
      </p:graphicFrame>
      <p:pic>
        <p:nvPicPr>
          <p:cNvPr id="5" name="圖片 4">
            <a:extLst>
              <a:ext uri="{FF2B5EF4-FFF2-40B4-BE49-F238E27FC236}">
                <a16:creationId xmlns:a16="http://schemas.microsoft.com/office/drawing/2014/main" id="{DEBEB06F-BE54-061B-C8D3-C5A27FDB62D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76" t="19152" r="19087" b="70796"/>
          <a:stretch>
            <a:fillRect/>
          </a:stretch>
        </p:blipFill>
        <p:spPr bwMode="auto">
          <a:xfrm>
            <a:off x="809785" y="1688683"/>
            <a:ext cx="4474464" cy="6096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文字方塊 6"/>
          <p:cNvSpPr txBox="1"/>
          <p:nvPr/>
        </p:nvSpPr>
        <p:spPr>
          <a:xfrm>
            <a:off x="11840910" y="6496593"/>
            <a:ext cx="3510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r>
            <a:endParaRPr lang="zh-TW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1528C23B-2003-5CB3-D4AD-B3425F19D887}"/>
              </a:ext>
            </a:extLst>
          </p:cNvPr>
          <p:cNvSpPr txBox="1">
            <a:spLocks/>
          </p:cNvSpPr>
          <p:nvPr/>
        </p:nvSpPr>
        <p:spPr>
          <a:xfrm>
            <a:off x="677334" y="3305049"/>
            <a:ext cx="8596668" cy="6280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zh-TW" altLang="en-US" sz="2800" dirty="0">
                <a:solidFill>
                  <a:schemeClr val="tx1"/>
                </a:solidFill>
              </a:rPr>
              <a:t>八、 </a:t>
            </a:r>
            <a:r>
              <a:rPr lang="zh-TW" altLang="zh-TW" sz="2800" dirty="0">
                <a:solidFill>
                  <a:schemeClr val="tx1"/>
                </a:solidFill>
              </a:rPr>
              <a:t>優惠卷實體與團購實體之間的關聯</a:t>
            </a:r>
            <a:endParaRPr lang="zh-TW" altLang="en-US" sz="2800" dirty="0">
              <a:solidFill>
                <a:schemeClr val="tx1"/>
              </a:solidFill>
            </a:endParaRPr>
          </a:p>
        </p:txBody>
      </p:sp>
      <p:graphicFrame>
        <p:nvGraphicFramePr>
          <p:cNvPr id="6" name="內容版面配置區 3">
            <a:extLst>
              <a:ext uri="{FF2B5EF4-FFF2-40B4-BE49-F238E27FC236}">
                <a16:creationId xmlns:a16="http://schemas.microsoft.com/office/drawing/2014/main" id="{365A32F2-75A6-8908-4AB2-CA719E08B03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47316060"/>
              </p:ext>
            </p:extLst>
          </p:nvPr>
        </p:nvGraphicFramePr>
        <p:xfrm>
          <a:off x="5416699" y="4139373"/>
          <a:ext cx="6424211" cy="1884188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1436384">
                  <a:extLst>
                    <a:ext uri="{9D8B030D-6E8A-4147-A177-3AD203B41FA5}">
                      <a16:colId xmlns:a16="http://schemas.microsoft.com/office/drawing/2014/main" val="609453383"/>
                    </a:ext>
                  </a:extLst>
                </a:gridCol>
                <a:gridCol w="3519948">
                  <a:extLst>
                    <a:ext uri="{9D8B030D-6E8A-4147-A177-3AD203B41FA5}">
                      <a16:colId xmlns:a16="http://schemas.microsoft.com/office/drawing/2014/main" val="2938964579"/>
                    </a:ext>
                  </a:extLst>
                </a:gridCol>
                <a:gridCol w="1467879">
                  <a:extLst>
                    <a:ext uri="{9D8B030D-6E8A-4147-A177-3AD203B41FA5}">
                      <a16:colId xmlns:a16="http://schemas.microsoft.com/office/drawing/2014/main" val="1706893931"/>
                    </a:ext>
                  </a:extLst>
                </a:gridCol>
              </a:tblGrid>
              <a:tr h="3129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實體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關聯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實體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6224155"/>
                  </a:ext>
                </a:extLst>
              </a:tr>
              <a:tr h="71775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Voucher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0..n</a:t>
                      </a: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，代表特定的優惠券活動可以自由選擇套用在多個不同的團購中，也可以全新發行、暫不指定給任何團購（基數為</a:t>
                      </a: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 0</a:t>
                      </a: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）。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0" dirty="0" err="1">
                          <a:solidFill>
                            <a:schemeClr val="tx1"/>
                          </a:solidFill>
                          <a:effectLst/>
                        </a:rPr>
                        <a:t>GroupBuy</a:t>
                      </a:r>
                      <a:endParaRPr lang="en-US" sz="1400" kern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Group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1309013"/>
                  </a:ext>
                </a:extLst>
              </a:tr>
              <a:tr h="5801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GroupBuyGroup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1..n</a:t>
                      </a: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，代表系統內的團購活動在規則上至少要能適用</a:t>
                      </a: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 1 </a:t>
                      </a: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種常態優惠券（例如全站新人券），至多可同時疊加或挑選多種不同的優惠券。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Voucher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9579938"/>
                  </a:ext>
                </a:extLst>
              </a:tr>
            </a:tbl>
          </a:graphicData>
        </a:graphic>
      </p:graphicFrame>
      <p:pic>
        <p:nvPicPr>
          <p:cNvPr id="8" name="圖片 7">
            <a:extLst>
              <a:ext uri="{FF2B5EF4-FFF2-40B4-BE49-F238E27FC236}">
                <a16:creationId xmlns:a16="http://schemas.microsoft.com/office/drawing/2014/main" id="{3193A30C-5CF3-3E92-8041-C5EC1D2B57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80" t="41124" r="17014" b="36447"/>
          <a:stretch>
            <a:fillRect/>
          </a:stretch>
        </p:blipFill>
        <p:spPr bwMode="auto">
          <a:xfrm>
            <a:off x="677334" y="4546789"/>
            <a:ext cx="4606915" cy="6035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812160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3C578C-7BE0-535F-EBA0-AC2903A36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2800" dirty="0">
                <a:solidFill>
                  <a:schemeClr val="tx1"/>
                </a:solidFill>
              </a:rPr>
              <a:t>九、 </a:t>
            </a:r>
            <a:r>
              <a:rPr lang="zh-TW" altLang="zh-TW" sz="2800" dirty="0">
                <a:solidFill>
                  <a:schemeClr val="tx1"/>
                </a:solidFill>
              </a:rPr>
              <a:t>訂單實體與商品規格實體之間的關聯</a:t>
            </a:r>
            <a:br>
              <a:rPr lang="zh-TW" altLang="zh-TW" sz="2800" dirty="0">
                <a:solidFill>
                  <a:schemeClr val="tx1"/>
                </a:solidFill>
              </a:rPr>
            </a:br>
            <a:endParaRPr lang="zh-TW" altLang="en-US" sz="2800" dirty="0">
              <a:solidFill>
                <a:schemeClr val="tx1"/>
              </a:solidFill>
            </a:endParaRPr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FDA63238-5E49-5B03-0B3C-31635C1C5C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9521636"/>
              </p:ext>
            </p:extLst>
          </p:nvPr>
        </p:nvGraphicFramePr>
        <p:xfrm>
          <a:off x="5584161" y="1465676"/>
          <a:ext cx="6256751" cy="1975614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1267618">
                  <a:extLst>
                    <a:ext uri="{9D8B030D-6E8A-4147-A177-3AD203B41FA5}">
                      <a16:colId xmlns:a16="http://schemas.microsoft.com/office/drawing/2014/main" val="152390075"/>
                    </a:ext>
                  </a:extLst>
                </a:gridCol>
                <a:gridCol w="3721515">
                  <a:extLst>
                    <a:ext uri="{9D8B030D-6E8A-4147-A177-3AD203B41FA5}">
                      <a16:colId xmlns:a16="http://schemas.microsoft.com/office/drawing/2014/main" val="3548967204"/>
                    </a:ext>
                  </a:extLst>
                </a:gridCol>
                <a:gridCol w="1267618">
                  <a:extLst>
                    <a:ext uri="{9D8B030D-6E8A-4147-A177-3AD203B41FA5}">
                      <a16:colId xmlns:a16="http://schemas.microsoft.com/office/drawing/2014/main" val="1624427062"/>
                    </a:ext>
                  </a:extLst>
                </a:gridCol>
              </a:tblGrid>
              <a:tr h="2812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實體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關聯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實體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5296921"/>
                  </a:ext>
                </a:extLst>
              </a:tr>
              <a:tr h="7013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Order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1..n</a:t>
                      </a: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，代表每一筆訂單成立時，裡面至少要包含</a:t>
                      </a: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 1 </a:t>
                      </a: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個具體的商品規格項目，至多可包含多個不同的規格商品。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Product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Specification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0051626"/>
                  </a:ext>
                </a:extLst>
              </a:tr>
              <a:tr h="9930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Product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Specification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1..n</a:t>
                      </a: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，代表任何一個上架且供人選擇的商品規格，在系統中至少要被</a:t>
                      </a: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 1 </a:t>
                      </a: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筆訂單選購才建立此特定詳情關係，至多可被反覆購買、存在於多筆不同的訂單中。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Order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3192027"/>
                  </a:ext>
                </a:extLst>
              </a:tr>
            </a:tbl>
          </a:graphicData>
        </a:graphic>
      </p:graphicFrame>
      <p:pic>
        <p:nvPicPr>
          <p:cNvPr id="5" name="圖片 4">
            <a:extLst>
              <a:ext uri="{FF2B5EF4-FFF2-40B4-BE49-F238E27FC236}">
                <a16:creationId xmlns:a16="http://schemas.microsoft.com/office/drawing/2014/main" id="{6E42696D-B4C3-F390-C176-516ADE97A8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94" t="35203" r="16810" b="42613"/>
          <a:stretch>
            <a:fillRect/>
          </a:stretch>
        </p:blipFill>
        <p:spPr bwMode="auto">
          <a:xfrm>
            <a:off x="677334" y="2082339"/>
            <a:ext cx="4675632" cy="60350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文字方塊 6"/>
          <p:cNvSpPr txBox="1"/>
          <p:nvPr/>
        </p:nvSpPr>
        <p:spPr>
          <a:xfrm>
            <a:off x="11840910" y="6496593"/>
            <a:ext cx="3510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zh-TW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4152DCE0-1F6E-43D9-7A5C-B01997F5D244}"/>
              </a:ext>
            </a:extLst>
          </p:cNvPr>
          <p:cNvSpPr txBox="1">
            <a:spLocks/>
          </p:cNvSpPr>
          <p:nvPr/>
        </p:nvSpPr>
        <p:spPr>
          <a:xfrm>
            <a:off x="677334" y="3718246"/>
            <a:ext cx="8596668" cy="5791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zh-TW" altLang="en-US" sz="2800">
                <a:solidFill>
                  <a:schemeClr val="tx1"/>
                </a:solidFill>
              </a:rPr>
              <a:t>十、 </a:t>
            </a:r>
            <a:r>
              <a:rPr lang="zh-TW" altLang="zh-TW" sz="2800">
                <a:solidFill>
                  <a:schemeClr val="tx1"/>
                </a:solidFill>
              </a:rPr>
              <a:t>付款實體與訂單實體之間的關聯</a:t>
            </a:r>
            <a:endParaRPr lang="zh-TW" altLang="en-US" sz="2800" dirty="0">
              <a:solidFill>
                <a:schemeClr val="tx1"/>
              </a:solidFill>
            </a:endParaRPr>
          </a:p>
        </p:txBody>
      </p:sp>
      <p:graphicFrame>
        <p:nvGraphicFramePr>
          <p:cNvPr id="6" name="內容版面配置區 3">
            <a:extLst>
              <a:ext uri="{FF2B5EF4-FFF2-40B4-BE49-F238E27FC236}">
                <a16:creationId xmlns:a16="http://schemas.microsoft.com/office/drawing/2014/main" id="{A8A07207-7929-50C9-9414-2BC15F5FA1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60468932"/>
              </p:ext>
            </p:extLst>
          </p:nvPr>
        </p:nvGraphicFramePr>
        <p:xfrm>
          <a:off x="5584159" y="4369277"/>
          <a:ext cx="6256751" cy="2046093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1229596">
                  <a:extLst>
                    <a:ext uri="{9D8B030D-6E8A-4147-A177-3AD203B41FA5}">
                      <a16:colId xmlns:a16="http://schemas.microsoft.com/office/drawing/2014/main" val="3312466130"/>
                    </a:ext>
                  </a:extLst>
                </a:gridCol>
                <a:gridCol w="3795251">
                  <a:extLst>
                    <a:ext uri="{9D8B030D-6E8A-4147-A177-3AD203B41FA5}">
                      <a16:colId xmlns:a16="http://schemas.microsoft.com/office/drawing/2014/main" val="838266893"/>
                    </a:ext>
                  </a:extLst>
                </a:gridCol>
                <a:gridCol w="1231904">
                  <a:extLst>
                    <a:ext uri="{9D8B030D-6E8A-4147-A177-3AD203B41FA5}">
                      <a16:colId xmlns:a16="http://schemas.microsoft.com/office/drawing/2014/main" val="3040684692"/>
                    </a:ext>
                  </a:extLst>
                </a:gridCol>
              </a:tblGrid>
              <a:tr h="3647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實體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關聯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實體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9284429"/>
                  </a:ext>
                </a:extLst>
              </a:tr>
              <a:tr h="7964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Payment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1..1</a:t>
                      </a: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，代表每一筆訂單背後必須且只能對應到一筆具體的金流付款紀錄（未付款前該外鍵或狀態可控，但一旦建立關係就是</a:t>
                      </a: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 1..1 </a:t>
                      </a: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對接）。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Order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248253"/>
                  </a:ext>
                </a:extLst>
              </a:tr>
              <a:tr h="8849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Order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1..n</a:t>
                      </a: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，代表一筆金流付款紀錄至少要綁定</a:t>
                      </a: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 1 </a:t>
                      </a: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筆訂單，至多可以允許成員將購物車內的多筆訂單進行「合併結帳」，一次產生單一付款紀錄。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Payment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3004008"/>
                  </a:ext>
                </a:extLst>
              </a:tr>
            </a:tbl>
          </a:graphicData>
        </a:graphic>
      </p:graphicFrame>
      <p:pic>
        <p:nvPicPr>
          <p:cNvPr id="8" name="圖片 7">
            <a:extLst>
              <a:ext uri="{FF2B5EF4-FFF2-40B4-BE49-F238E27FC236}">
                <a16:creationId xmlns:a16="http://schemas.microsoft.com/office/drawing/2014/main" id="{FCCDBA4F-2DA0-4414-ED58-F0E6B71381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85" t="36113" r="19908" b="40501"/>
          <a:stretch>
            <a:fillRect/>
          </a:stretch>
        </p:blipFill>
        <p:spPr bwMode="auto">
          <a:xfrm>
            <a:off x="677334" y="5040208"/>
            <a:ext cx="4675632" cy="5791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238773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88B713-8FF9-23A7-10DF-BD6C1D073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zh-TW" sz="2800" dirty="0">
                <a:solidFill>
                  <a:schemeClr val="tx1"/>
                </a:solidFill>
              </a:rPr>
              <a:t>十一、</a:t>
            </a:r>
            <a:r>
              <a:rPr lang="en-US" altLang="zh-TW" sz="2800" dirty="0">
                <a:solidFill>
                  <a:schemeClr val="tx1"/>
                </a:solidFill>
              </a:rPr>
              <a:t>	</a:t>
            </a:r>
            <a:r>
              <a:rPr lang="zh-TW" altLang="zh-TW" sz="2800" dirty="0">
                <a:solidFill>
                  <a:schemeClr val="tx1"/>
                </a:solidFill>
              </a:rPr>
              <a:t>成員實體與帳號實體之間的關聯</a:t>
            </a:r>
            <a:br>
              <a:rPr lang="zh-TW" altLang="zh-TW" sz="2800" dirty="0">
                <a:solidFill>
                  <a:schemeClr val="tx1"/>
                </a:solidFill>
              </a:rPr>
            </a:br>
            <a:endParaRPr lang="zh-TW" altLang="en-US" sz="2800" dirty="0">
              <a:solidFill>
                <a:schemeClr val="tx1"/>
              </a:solidFill>
            </a:endParaRPr>
          </a:p>
        </p:txBody>
      </p:sp>
      <p:graphicFrame>
        <p:nvGraphicFramePr>
          <p:cNvPr id="6" name="內容版面配置區 5">
            <a:extLst>
              <a:ext uri="{FF2B5EF4-FFF2-40B4-BE49-F238E27FC236}">
                <a16:creationId xmlns:a16="http://schemas.microsoft.com/office/drawing/2014/main" id="{D2570DFD-08B9-92F5-8707-DA5B77CF2A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0111390"/>
              </p:ext>
            </p:extLst>
          </p:nvPr>
        </p:nvGraphicFramePr>
        <p:xfrm>
          <a:off x="5268999" y="1270000"/>
          <a:ext cx="6571911" cy="1876323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1338278">
                  <a:extLst>
                    <a:ext uri="{9D8B030D-6E8A-4147-A177-3AD203B41FA5}">
                      <a16:colId xmlns:a16="http://schemas.microsoft.com/office/drawing/2014/main" val="3369599200"/>
                    </a:ext>
                  </a:extLst>
                </a:gridCol>
                <a:gridCol w="3696929">
                  <a:extLst>
                    <a:ext uri="{9D8B030D-6E8A-4147-A177-3AD203B41FA5}">
                      <a16:colId xmlns:a16="http://schemas.microsoft.com/office/drawing/2014/main" val="3679636933"/>
                    </a:ext>
                  </a:extLst>
                </a:gridCol>
                <a:gridCol w="1536704">
                  <a:extLst>
                    <a:ext uri="{9D8B030D-6E8A-4147-A177-3AD203B41FA5}">
                      <a16:colId xmlns:a16="http://schemas.microsoft.com/office/drawing/2014/main" val="2783039927"/>
                    </a:ext>
                  </a:extLst>
                </a:gridCol>
              </a:tblGrid>
              <a:tr h="3621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實體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關聯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實體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2888830"/>
                  </a:ext>
                </a:extLst>
              </a:tr>
              <a:tr h="6570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Member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1..1</a:t>
                      </a: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，代表每位會員必須且只能對應一個帳號，用於登入、驗證與管理會員資料。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Account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1335759"/>
                  </a:ext>
                </a:extLst>
              </a:tr>
              <a:tr h="85716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Account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1..1</a:t>
                      </a: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，代表每個帳號僅能綁定一位會員，避免重複帳號與資料混亂。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Member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9742570"/>
                  </a:ext>
                </a:extLst>
              </a:tr>
            </a:tbl>
          </a:graphicData>
        </a:graphic>
      </p:graphicFrame>
      <p:pic>
        <p:nvPicPr>
          <p:cNvPr id="7" name="圖片 6">
            <a:extLst>
              <a:ext uri="{FF2B5EF4-FFF2-40B4-BE49-F238E27FC236}">
                <a16:creationId xmlns:a16="http://schemas.microsoft.com/office/drawing/2014/main" id="{1053DB74-678D-DF72-E17A-088150C496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24" t="26199" r="20444" b="40035"/>
          <a:stretch>
            <a:fillRect/>
          </a:stretch>
        </p:blipFill>
        <p:spPr bwMode="auto">
          <a:xfrm>
            <a:off x="677334" y="1751977"/>
            <a:ext cx="4419600" cy="78638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文字方塊 7"/>
          <p:cNvSpPr txBox="1"/>
          <p:nvPr/>
        </p:nvSpPr>
        <p:spPr>
          <a:xfrm>
            <a:off x="11840910" y="6496593"/>
            <a:ext cx="3510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r>
            <a:endParaRPr lang="zh-TW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2F92809-36D9-01D3-A753-512DB42038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971" y="4580759"/>
            <a:ext cx="4886325" cy="704850"/>
          </a:xfrm>
          <a:prstGeom prst="rect">
            <a:avLst/>
          </a:prstGeom>
        </p:spPr>
      </p:pic>
      <p:sp>
        <p:nvSpPr>
          <p:cNvPr id="5" name="標題 1">
            <a:extLst>
              <a:ext uri="{FF2B5EF4-FFF2-40B4-BE49-F238E27FC236}">
                <a16:creationId xmlns:a16="http://schemas.microsoft.com/office/drawing/2014/main" id="{351AA73D-D9FA-189F-0496-405D9B80DEFD}"/>
              </a:ext>
            </a:extLst>
          </p:cNvPr>
          <p:cNvSpPr txBox="1">
            <a:spLocks/>
          </p:cNvSpPr>
          <p:nvPr/>
        </p:nvSpPr>
        <p:spPr>
          <a:xfrm>
            <a:off x="326814" y="3504330"/>
            <a:ext cx="7029950" cy="81531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zh-TW" altLang="zh-TW" sz="2800" dirty="0">
                <a:solidFill>
                  <a:schemeClr val="tx1"/>
                </a:solidFill>
              </a:rPr>
              <a:t>十</a:t>
            </a:r>
            <a:r>
              <a:rPr lang="zh-TW" altLang="en-US" sz="2800" dirty="0">
                <a:solidFill>
                  <a:schemeClr val="tx1"/>
                </a:solidFill>
              </a:rPr>
              <a:t>二</a:t>
            </a:r>
            <a:r>
              <a:rPr lang="zh-TW" altLang="zh-TW" sz="2800" dirty="0">
                <a:solidFill>
                  <a:schemeClr val="tx1"/>
                </a:solidFill>
              </a:rPr>
              <a:t>、</a:t>
            </a:r>
            <a:r>
              <a:rPr lang="en-US" altLang="zh-TW" sz="2800" dirty="0">
                <a:solidFill>
                  <a:schemeClr val="tx1"/>
                </a:solidFill>
              </a:rPr>
              <a:t>	</a:t>
            </a:r>
            <a:r>
              <a:rPr lang="zh-TW" altLang="en-US" sz="2800" dirty="0">
                <a:solidFill>
                  <a:schemeClr val="tx1"/>
                </a:solidFill>
              </a:rPr>
              <a:t>商品</a:t>
            </a:r>
            <a:r>
              <a:rPr lang="zh-TW" altLang="zh-TW" sz="2800" dirty="0">
                <a:solidFill>
                  <a:schemeClr val="tx1"/>
                </a:solidFill>
              </a:rPr>
              <a:t>實體與</a:t>
            </a:r>
            <a:r>
              <a:rPr lang="zh-TW" altLang="en-US" sz="2800" dirty="0">
                <a:solidFill>
                  <a:schemeClr val="tx1"/>
                </a:solidFill>
              </a:rPr>
              <a:t>團購價</a:t>
            </a:r>
            <a:r>
              <a:rPr lang="zh-TW" altLang="zh-TW" sz="2800" dirty="0">
                <a:solidFill>
                  <a:schemeClr val="tx1"/>
                </a:solidFill>
              </a:rPr>
              <a:t>實體之間的關聯</a:t>
            </a:r>
            <a:br>
              <a:rPr lang="zh-TW" altLang="zh-TW" sz="2800" dirty="0">
                <a:solidFill>
                  <a:schemeClr val="tx1"/>
                </a:solidFill>
              </a:rPr>
            </a:br>
            <a:endParaRPr lang="zh-TW" altLang="en-US" sz="2800" dirty="0">
              <a:solidFill>
                <a:schemeClr val="tx1"/>
              </a:solidFill>
            </a:endParaRPr>
          </a:p>
        </p:txBody>
      </p:sp>
      <p:graphicFrame>
        <p:nvGraphicFramePr>
          <p:cNvPr id="9" name="內容版面配置區 5">
            <a:extLst>
              <a:ext uri="{FF2B5EF4-FFF2-40B4-BE49-F238E27FC236}">
                <a16:creationId xmlns:a16="http://schemas.microsoft.com/office/drawing/2014/main" id="{C7560762-2486-5DAA-039D-F38B9B9E4D4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54746433"/>
              </p:ext>
            </p:extLst>
          </p:nvPr>
        </p:nvGraphicFramePr>
        <p:xfrm>
          <a:off x="5444544" y="4196774"/>
          <a:ext cx="6571911" cy="1876323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1338278">
                  <a:extLst>
                    <a:ext uri="{9D8B030D-6E8A-4147-A177-3AD203B41FA5}">
                      <a16:colId xmlns:a16="http://schemas.microsoft.com/office/drawing/2014/main" val="3369599200"/>
                    </a:ext>
                  </a:extLst>
                </a:gridCol>
                <a:gridCol w="3696929">
                  <a:extLst>
                    <a:ext uri="{9D8B030D-6E8A-4147-A177-3AD203B41FA5}">
                      <a16:colId xmlns:a16="http://schemas.microsoft.com/office/drawing/2014/main" val="3679636933"/>
                    </a:ext>
                  </a:extLst>
                </a:gridCol>
                <a:gridCol w="1536704">
                  <a:extLst>
                    <a:ext uri="{9D8B030D-6E8A-4147-A177-3AD203B41FA5}">
                      <a16:colId xmlns:a16="http://schemas.microsoft.com/office/drawing/2014/main" val="2783039927"/>
                    </a:ext>
                  </a:extLst>
                </a:gridCol>
              </a:tblGrid>
              <a:tr h="3621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實體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關聯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kern="0">
                          <a:solidFill>
                            <a:schemeClr val="tx1"/>
                          </a:solidFill>
                          <a:effectLst/>
                        </a:rPr>
                        <a:t>實體</a:t>
                      </a:r>
                      <a:endParaRPr lang="zh-TW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2888830"/>
                  </a:ext>
                </a:extLst>
              </a:tr>
              <a:tr h="6570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Product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1..1</a:t>
                      </a:r>
                      <a:r>
                        <a:rPr lang="zh-TW" alt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，代表每一筆團購商品紀錄，必須對應到一個有效的原始商品</a:t>
                      </a: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。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kern="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groupProduct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1335759"/>
                  </a:ext>
                </a:extLst>
              </a:tr>
              <a:tr h="85716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kern="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groupProduct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0..n</a:t>
                      </a:r>
                      <a:r>
                        <a:rPr lang="zh-TW" alt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，代表一個商品可能尚未參與任何團購，或同時參與多個團購活動</a:t>
                      </a:r>
                      <a:r>
                        <a:rPr lang="zh-TW" sz="1400" kern="0" dirty="0">
                          <a:solidFill>
                            <a:schemeClr val="tx1"/>
                          </a:solidFill>
                          <a:effectLst/>
                        </a:rPr>
                        <a:t>。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Product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97425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82329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F53117-E0B7-AD20-5031-696381BB9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-136022"/>
            <a:ext cx="8596668" cy="1320800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zh-TW" altLang="en-US" dirty="0">
                <a:solidFill>
                  <a:schemeClr val="tx1"/>
                </a:solidFill>
              </a:rPr>
              <a:t>實體資料</a:t>
            </a:r>
            <a:endParaRPr lang="en-US" altLang="zh-TW" dirty="0">
              <a:solidFill>
                <a:schemeClr val="tx1"/>
              </a:solidFill>
            </a:endParaRPr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BAA6A4BE-9C56-6A21-9B9D-F61C576F01DE}"/>
              </a:ext>
            </a:extLst>
          </p:cNvPr>
          <p:cNvSpPr txBox="1">
            <a:spLocks/>
          </p:cNvSpPr>
          <p:nvPr/>
        </p:nvSpPr>
        <p:spPr>
          <a:xfrm>
            <a:off x="677334" y="936485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zh-TW" altLang="zh-TW" sz="2800" dirty="0">
                <a:solidFill>
                  <a:schemeClr val="tx1"/>
                </a:solidFill>
              </a:rPr>
              <a:t>一、</a:t>
            </a:r>
            <a:r>
              <a:rPr lang="en-US" altLang="zh-TW" sz="2800" dirty="0">
                <a:solidFill>
                  <a:schemeClr val="tx1"/>
                </a:solidFill>
              </a:rPr>
              <a:t>	</a:t>
            </a:r>
            <a:r>
              <a:rPr lang="zh-TW" altLang="zh-TW" sz="2800" dirty="0">
                <a:solidFill>
                  <a:schemeClr val="tx1"/>
                </a:solidFill>
              </a:rPr>
              <a:t>帳號</a:t>
            </a:r>
            <a:r>
              <a:rPr lang="en-US" altLang="zh-TW" sz="2800" dirty="0">
                <a:solidFill>
                  <a:schemeClr val="tx1"/>
                </a:solidFill>
              </a:rPr>
              <a:t>(Account)</a:t>
            </a:r>
            <a:endParaRPr lang="zh-TW" altLang="zh-TW" sz="2800" dirty="0">
              <a:solidFill>
                <a:schemeClr val="tx1"/>
              </a:solidFill>
            </a:endParaRPr>
          </a:p>
          <a:p>
            <a:endParaRPr lang="zh-TW" altLang="en-US" sz="2800" dirty="0">
              <a:solidFill>
                <a:schemeClr val="tx1"/>
              </a:solidFill>
            </a:endParaRPr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7AB437EE-FF50-C891-20AB-3252F6F747CD}"/>
              </a:ext>
            </a:extLst>
          </p:cNvPr>
          <p:cNvSpPr txBox="1">
            <a:spLocks/>
          </p:cNvSpPr>
          <p:nvPr/>
        </p:nvSpPr>
        <p:spPr>
          <a:xfrm>
            <a:off x="677334" y="3724478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zh-TW" altLang="en-US" sz="2800" dirty="0">
                <a:solidFill>
                  <a:schemeClr val="tx1"/>
                </a:solidFill>
              </a:rPr>
              <a:t>二、	成員實體表 </a:t>
            </a:r>
            <a:r>
              <a:rPr lang="en-US" altLang="zh-TW" sz="2800" dirty="0">
                <a:solidFill>
                  <a:schemeClr val="tx1"/>
                </a:solidFill>
              </a:rPr>
              <a:t>(Member)</a:t>
            </a:r>
            <a:endParaRPr lang="zh-TW" altLang="en-US" sz="2800" dirty="0">
              <a:solidFill>
                <a:schemeClr val="tx1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11840910" y="6496593"/>
            <a:ext cx="3510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endParaRPr lang="zh-TW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39459BA-9401-88D4-7489-354B4C51D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1586176"/>
            <a:ext cx="9998306" cy="2072820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F25F4F70-7162-0E48-0C44-F56519500C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4" y="4423773"/>
            <a:ext cx="7597986" cy="2072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917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9B549C96-4E9C-17AE-8642-5BC8E1AD50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7863" y="130206"/>
            <a:ext cx="8596312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zh-TW" altLang="en-US" sz="2800" dirty="0">
                <a:solidFill>
                  <a:schemeClr val="tx1"/>
                </a:solidFill>
              </a:rPr>
              <a:t>三、	團購實體表 </a:t>
            </a:r>
            <a:r>
              <a:rPr lang="en-US" altLang="zh-TW" sz="2800" dirty="0">
                <a:solidFill>
                  <a:schemeClr val="tx1"/>
                </a:solidFill>
              </a:rPr>
              <a:t>(</a:t>
            </a:r>
            <a:r>
              <a:rPr lang="en-US" altLang="zh-TW" sz="2800" dirty="0" err="1">
                <a:solidFill>
                  <a:schemeClr val="tx1"/>
                </a:solidFill>
              </a:rPr>
              <a:t>GroupBuyGroup</a:t>
            </a:r>
            <a:r>
              <a:rPr lang="en-US" altLang="zh-TW" sz="2800" dirty="0">
                <a:solidFill>
                  <a:schemeClr val="tx1"/>
                </a:solidFill>
              </a:rPr>
              <a:t>)</a:t>
            </a:r>
            <a:endParaRPr lang="zh-TW" altLang="en-US" sz="2800" dirty="0">
              <a:solidFill>
                <a:schemeClr val="tx1"/>
              </a:solidFill>
            </a:endParaRPr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A079A9F1-3EB0-0023-0B33-ECB4BE308D19}"/>
              </a:ext>
            </a:extLst>
          </p:cNvPr>
          <p:cNvSpPr txBox="1">
            <a:spLocks/>
          </p:cNvSpPr>
          <p:nvPr/>
        </p:nvSpPr>
        <p:spPr>
          <a:xfrm>
            <a:off x="597965" y="3227196"/>
            <a:ext cx="8596312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zh-TW" altLang="en-US" sz="2800" dirty="0">
                <a:solidFill>
                  <a:schemeClr val="tx1"/>
                </a:solidFill>
              </a:rPr>
              <a:t>四、	討論貼文實體 </a:t>
            </a:r>
            <a:r>
              <a:rPr lang="en-US" altLang="zh-TW" sz="2800" dirty="0">
                <a:solidFill>
                  <a:schemeClr val="tx1"/>
                </a:solidFill>
              </a:rPr>
              <a:t>(</a:t>
            </a:r>
            <a:r>
              <a:rPr lang="en-US" altLang="zh-TW" sz="2800" dirty="0" err="1">
                <a:solidFill>
                  <a:schemeClr val="tx1"/>
                </a:solidFill>
              </a:rPr>
              <a:t>DiscussionPost</a:t>
            </a:r>
            <a:r>
              <a:rPr lang="en-US" altLang="zh-TW" sz="2800" dirty="0">
                <a:solidFill>
                  <a:schemeClr val="tx1"/>
                </a:solidFill>
              </a:rPr>
              <a:t>)</a:t>
            </a:r>
            <a:endParaRPr lang="zh-TW" altLang="en-US" sz="2800" dirty="0">
              <a:solidFill>
                <a:schemeClr val="tx1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11840910" y="6496593"/>
            <a:ext cx="3510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29</a:t>
            </a:r>
            <a:endParaRPr lang="zh-TW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F95BED5F-DF42-0C93-CF5E-A964DBB02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965" y="790606"/>
            <a:ext cx="10135478" cy="2436590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8A8D12D3-694D-6663-E47F-50A51A5D11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964" y="3887595"/>
            <a:ext cx="10198805" cy="2608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011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1CDA61BB-7ABD-DD6E-3580-9FBD2BFB0D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7863" y="121328"/>
            <a:ext cx="8596312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zh-TW" altLang="en-US" sz="2800" dirty="0">
                <a:solidFill>
                  <a:schemeClr val="tx1"/>
                </a:solidFill>
              </a:rPr>
              <a:t>五、	優惠卷實體圖 </a:t>
            </a:r>
            <a:r>
              <a:rPr lang="en-US" altLang="zh-TW" sz="2800" dirty="0">
                <a:solidFill>
                  <a:schemeClr val="tx1"/>
                </a:solidFill>
              </a:rPr>
              <a:t>(Voucher)</a:t>
            </a:r>
            <a:endParaRPr lang="zh-TW" altLang="en-US" sz="2800" dirty="0">
              <a:solidFill>
                <a:schemeClr val="tx1"/>
              </a:solidFill>
            </a:endParaRPr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EA3A071C-0D75-DC62-F09B-3288C94A078E}"/>
              </a:ext>
            </a:extLst>
          </p:cNvPr>
          <p:cNvSpPr txBox="1">
            <a:spLocks/>
          </p:cNvSpPr>
          <p:nvPr/>
        </p:nvSpPr>
        <p:spPr>
          <a:xfrm>
            <a:off x="677334" y="3612878"/>
            <a:ext cx="8596312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zh-TW" altLang="en-US" sz="2800" dirty="0">
                <a:solidFill>
                  <a:schemeClr val="tx1"/>
                </a:solidFill>
              </a:rPr>
              <a:t>六、	商品實體表 </a:t>
            </a:r>
            <a:r>
              <a:rPr lang="en-US" altLang="zh-TW" sz="2800" dirty="0">
                <a:solidFill>
                  <a:schemeClr val="tx1"/>
                </a:solidFill>
              </a:rPr>
              <a:t>(Product)</a:t>
            </a:r>
            <a:endParaRPr lang="zh-TW" altLang="en-US" sz="2800" dirty="0">
              <a:solidFill>
                <a:schemeClr val="tx1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11840910" y="6496593"/>
            <a:ext cx="3510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endParaRPr lang="zh-TW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509E1BD8-EA4F-1A07-86D2-8D0985B570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1030740"/>
            <a:ext cx="9356563" cy="2582137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252A370A-D515-F538-E2D4-76B9BFF589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4" y="4198075"/>
            <a:ext cx="7460826" cy="2573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1395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4CC35808-3E43-0AA3-B16D-3D79EAE9CD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7863" y="147961"/>
            <a:ext cx="8596312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zh-TW" altLang="en-US" sz="2800" dirty="0">
                <a:solidFill>
                  <a:schemeClr val="tx1"/>
                </a:solidFill>
              </a:rPr>
              <a:t>七、	訂單實體表 </a:t>
            </a:r>
            <a:r>
              <a:rPr lang="en-US" altLang="zh-TW" sz="2800" dirty="0">
                <a:solidFill>
                  <a:schemeClr val="tx1"/>
                </a:solidFill>
              </a:rPr>
              <a:t>(Order)</a:t>
            </a:r>
            <a:endParaRPr lang="zh-TW" altLang="en-US" sz="2800" dirty="0">
              <a:solidFill>
                <a:schemeClr val="tx1"/>
              </a:solidFill>
            </a:endParaRPr>
          </a:p>
        </p:txBody>
      </p:sp>
      <p:sp>
        <p:nvSpPr>
          <p:cNvPr id="9" name="標題 1">
            <a:extLst>
              <a:ext uri="{FF2B5EF4-FFF2-40B4-BE49-F238E27FC236}">
                <a16:creationId xmlns:a16="http://schemas.microsoft.com/office/drawing/2014/main" id="{66922295-3A89-4175-2DC1-7894B1F422CA}"/>
              </a:ext>
            </a:extLst>
          </p:cNvPr>
          <p:cNvSpPr txBox="1">
            <a:spLocks/>
          </p:cNvSpPr>
          <p:nvPr/>
        </p:nvSpPr>
        <p:spPr>
          <a:xfrm>
            <a:off x="589086" y="3631460"/>
            <a:ext cx="8596312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zh-TW" altLang="en-US" sz="2800" dirty="0">
                <a:solidFill>
                  <a:schemeClr val="tx1"/>
                </a:solidFill>
              </a:rPr>
              <a:t>八</a:t>
            </a:r>
            <a:r>
              <a:rPr lang="zh-TW" altLang="zh-TW" sz="2800" dirty="0">
                <a:solidFill>
                  <a:schemeClr val="tx1"/>
                </a:solidFill>
              </a:rPr>
              <a:t>、</a:t>
            </a:r>
            <a:r>
              <a:rPr lang="en-US" altLang="zh-TW" sz="2800" dirty="0">
                <a:solidFill>
                  <a:schemeClr val="tx1"/>
                </a:solidFill>
              </a:rPr>
              <a:t>	</a:t>
            </a:r>
            <a:r>
              <a:rPr lang="zh-TW" altLang="zh-TW" sz="2800" dirty="0">
                <a:solidFill>
                  <a:schemeClr val="tx1"/>
                </a:solidFill>
              </a:rPr>
              <a:t>商品規格實體表</a:t>
            </a:r>
            <a:r>
              <a:rPr lang="en-US" altLang="zh-TW" sz="2800" dirty="0">
                <a:solidFill>
                  <a:schemeClr val="tx1"/>
                </a:solidFill>
              </a:rPr>
              <a:t> (</a:t>
            </a:r>
            <a:r>
              <a:rPr lang="en-US" altLang="zh-TW" sz="2800" dirty="0" err="1">
                <a:solidFill>
                  <a:schemeClr val="tx1"/>
                </a:solidFill>
              </a:rPr>
              <a:t>ProductSpecification</a:t>
            </a:r>
            <a:r>
              <a:rPr lang="en-US" altLang="zh-TW" sz="2800" dirty="0">
                <a:solidFill>
                  <a:schemeClr val="tx1"/>
                </a:solidFill>
              </a:rPr>
              <a:t>)</a:t>
            </a:r>
            <a:br>
              <a:rPr lang="zh-TW" altLang="zh-TW" sz="2800" dirty="0"/>
            </a:br>
            <a:endParaRPr lang="zh-TW" altLang="en-US" sz="2800" dirty="0">
              <a:solidFill>
                <a:schemeClr val="tx1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11840910" y="6496593"/>
            <a:ext cx="3510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r>
            <a:endParaRPr lang="zh-TW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A25DAEDA-1C00-0266-62E7-B34ED0D1C8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3" y="920956"/>
            <a:ext cx="9364634" cy="2508044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E0AEFAAB-3B87-13C6-76FF-C6056DB7C8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086" y="4291859"/>
            <a:ext cx="9810634" cy="2418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2937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E5ACDB68-6DF7-D813-C1E2-1A445170D5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zh-TW" altLang="en-US" sz="2800" dirty="0">
                <a:solidFill>
                  <a:schemeClr val="tx1"/>
                </a:solidFill>
              </a:rPr>
              <a:t>九</a:t>
            </a:r>
            <a:r>
              <a:rPr lang="zh-TW" altLang="zh-TW" sz="2800" dirty="0">
                <a:solidFill>
                  <a:schemeClr val="tx1"/>
                </a:solidFill>
              </a:rPr>
              <a:t>、</a:t>
            </a:r>
            <a:r>
              <a:rPr lang="en-US" altLang="zh-TW" sz="2800" dirty="0">
                <a:solidFill>
                  <a:schemeClr val="tx1"/>
                </a:solidFill>
              </a:rPr>
              <a:t>	</a:t>
            </a:r>
            <a:r>
              <a:rPr lang="zh-TW" altLang="zh-TW" sz="2800" dirty="0">
                <a:solidFill>
                  <a:schemeClr val="tx1"/>
                </a:solidFill>
              </a:rPr>
              <a:t>付款資訊實體表</a:t>
            </a:r>
            <a:r>
              <a:rPr lang="en-US" altLang="zh-TW" sz="2800" dirty="0">
                <a:solidFill>
                  <a:schemeClr val="tx1"/>
                </a:solidFill>
              </a:rPr>
              <a:t> (Payment)</a:t>
            </a:r>
            <a:br>
              <a:rPr lang="zh-TW" altLang="zh-TW" sz="2800" dirty="0">
                <a:solidFill>
                  <a:schemeClr val="tx1"/>
                </a:solidFill>
              </a:rPr>
            </a:br>
            <a:endParaRPr lang="zh-TW" altLang="en-US" sz="2800" dirty="0">
              <a:solidFill>
                <a:schemeClr val="tx1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11840910" y="6496593"/>
            <a:ext cx="3510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endParaRPr lang="zh-TW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85A617CC-F35B-B0C2-D999-F8F89A83E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295" y="1270000"/>
            <a:ext cx="8344746" cy="2130919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F305BD5D-7F55-E764-19C0-FE5C555DFC64}"/>
              </a:ext>
            </a:extLst>
          </p:cNvPr>
          <p:cNvSpPr txBox="1">
            <a:spLocks/>
          </p:cNvSpPr>
          <p:nvPr/>
        </p:nvSpPr>
        <p:spPr>
          <a:xfrm>
            <a:off x="803295" y="3457082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zh-TW" altLang="en-US" sz="2800">
                <a:solidFill>
                  <a:schemeClr val="tx1"/>
                </a:solidFill>
              </a:rPr>
              <a:t>十</a:t>
            </a:r>
            <a:r>
              <a:rPr lang="zh-TW" altLang="zh-TW" sz="2800">
                <a:solidFill>
                  <a:schemeClr val="tx1"/>
                </a:solidFill>
              </a:rPr>
              <a:t>、</a:t>
            </a:r>
            <a:r>
              <a:rPr lang="en-US" altLang="zh-TW" sz="2800">
                <a:solidFill>
                  <a:schemeClr val="tx1"/>
                </a:solidFill>
              </a:rPr>
              <a:t>	</a:t>
            </a:r>
            <a:r>
              <a:rPr lang="zh-TW" altLang="en-US" sz="2800">
                <a:solidFill>
                  <a:schemeClr val="tx1"/>
                </a:solidFill>
              </a:rPr>
              <a:t>團購價</a:t>
            </a:r>
            <a:r>
              <a:rPr lang="zh-TW" altLang="zh-TW" sz="2800">
                <a:solidFill>
                  <a:schemeClr val="tx1"/>
                </a:solidFill>
              </a:rPr>
              <a:t>實體表</a:t>
            </a:r>
            <a:r>
              <a:rPr lang="en-US" altLang="zh-TW" sz="2800">
                <a:solidFill>
                  <a:schemeClr val="tx1"/>
                </a:solidFill>
              </a:rPr>
              <a:t> (GroupProduct)</a:t>
            </a:r>
            <a:br>
              <a:rPr lang="zh-TW" altLang="zh-TW" sz="2800">
                <a:solidFill>
                  <a:schemeClr val="tx1"/>
                </a:solidFill>
              </a:rPr>
            </a:br>
            <a:endParaRPr lang="zh-TW" altLang="en-US" sz="2800" dirty="0">
              <a:solidFill>
                <a:schemeClr val="tx1"/>
              </a:solidFill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97EAE3B-F3D0-CC24-43D8-9C29D8E3F8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295" y="4145806"/>
            <a:ext cx="9066744" cy="2489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133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A77E4129-09E6-CCDF-BA46-32E06F4BCB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0184" y="652482"/>
            <a:ext cx="3067583" cy="51755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zh-TW" altLang="en-US" sz="2800" dirty="0">
                <a:solidFill>
                  <a:srgbClr val="1F1F1F"/>
                </a:solidFill>
              </a:rPr>
              <a:t>一、會員</a:t>
            </a:r>
            <a:endParaRPr lang="zh-TW" altLang="en-US" sz="2800" dirty="0">
              <a:solidFill>
                <a:srgbClr val="1F1F1F"/>
              </a:solidFill>
              <a:latin typeface="+mn-ea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11840910" y="6496593"/>
            <a:ext cx="3510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34</a:t>
            </a:r>
            <a:endParaRPr lang="zh-TW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7F32BFD6-6B27-5704-B839-A32E3A43E467}"/>
              </a:ext>
            </a:extLst>
          </p:cNvPr>
          <p:cNvSpPr txBox="1">
            <a:spLocks/>
          </p:cNvSpPr>
          <p:nvPr/>
        </p:nvSpPr>
        <p:spPr>
          <a:xfrm>
            <a:off x="382215" y="9832"/>
            <a:ext cx="2716270" cy="67842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zh-TW" altLang="zh-TW" dirty="0">
                <a:solidFill>
                  <a:schemeClr val="tx1"/>
                </a:solidFill>
              </a:rPr>
              <a:t>外層</a:t>
            </a:r>
            <a:r>
              <a:rPr lang="en-US" altLang="zh-TW" dirty="0">
                <a:solidFill>
                  <a:schemeClr val="tx1"/>
                </a:solidFill>
              </a:rPr>
              <a:t>View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1A71C8E-7CE2-1DB9-91B9-C8E30A7E78B1}"/>
              </a:ext>
            </a:extLst>
          </p:cNvPr>
          <p:cNvSpPr txBox="1"/>
          <p:nvPr/>
        </p:nvSpPr>
        <p:spPr>
          <a:xfrm>
            <a:off x="853633" y="1330908"/>
            <a:ext cx="33248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1.</a:t>
            </a:r>
            <a:r>
              <a:rPr lang="zh-TW" altLang="zh-TW" dirty="0"/>
              <a:t>社群導流與規格挑選檢</a:t>
            </a:r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938350FB-81BC-E322-1318-108EA9571512}"/>
              </a:ext>
            </a:extLst>
          </p:cNvPr>
          <p:cNvSpPr txBox="1"/>
          <p:nvPr/>
        </p:nvSpPr>
        <p:spPr>
          <a:xfrm>
            <a:off x="853633" y="1861109"/>
            <a:ext cx="8266732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CREATE VIEW View_Member_Browsing_Specs AS</a:t>
            </a:r>
          </a:p>
          <a:p>
            <a:r>
              <a:rPr lang="zh-TW" altLang="en-US" dirty="0"/>
              <a:t>SELECT m.member_id AS buyer_member_id, act.username AS buyer_username, post.postid_id AS source_post_id, g.group_id AS joined_group_id, g.groupName AS group_buy_title, prod.product_id AS product_id, prod.productName AS selected_product, ps.group_name AS spec_category, ps.option_name AS spec_detail_name</a:t>
            </a:r>
          </a:p>
          <a:p>
            <a:r>
              <a:rPr lang="zh-TW" altLang="en-US" dirty="0"/>
              <a:t>FROM Account act</a:t>
            </a:r>
          </a:p>
          <a:p>
            <a:r>
              <a:rPr lang="zh-TW" altLang="en-US" dirty="0"/>
              <a:t>JOIN Member m ON act.account_Id = m.accountid</a:t>
            </a:r>
          </a:p>
          <a:p>
            <a:r>
              <a:rPr lang="zh-TW" altLang="en-US" dirty="0"/>
              <a:t>JOIN "Order" o ON m.member_id = o.memberid</a:t>
            </a:r>
          </a:p>
          <a:p>
            <a:r>
              <a:rPr lang="zh-TW" altLang="en-US" dirty="0"/>
              <a:t>JOIN GroupBuyGroup g ON o.groupid = g.group_id</a:t>
            </a:r>
          </a:p>
          <a:p>
            <a:r>
              <a:rPr lang="zh-TW" altLang="en-US" dirty="0"/>
              <a:t>JOIN DiscussionPost post ON g.group_id = post.groupid</a:t>
            </a:r>
          </a:p>
          <a:p>
            <a:r>
              <a:rPr lang="zh-TW" altLang="en-US" dirty="0"/>
              <a:t>JOIN ProductSpecification ps ON o.order_Id = ps.orderid</a:t>
            </a:r>
          </a:p>
          <a:p>
            <a:r>
              <a:rPr lang="zh-TW" altLang="en-US" dirty="0"/>
              <a:t>JOIN Product prod ON ps.productid = prod.product_id</a:t>
            </a:r>
          </a:p>
          <a:p>
            <a:r>
              <a:rPr lang="zh-TW" altLang="en-US" dirty="0"/>
              <a:t>WHERE g.deadlineDate &gt;= CURRENT_DATE - INTERVAL '35 days' AND o.status != '0’;</a:t>
            </a:r>
          </a:p>
          <a:p>
            <a:r>
              <a:rPr lang="en-US" altLang="zh-TW" dirty="0"/>
              <a:t>--</a:t>
            </a:r>
            <a:r>
              <a:rPr lang="zh-TW" altLang="zh-TW" dirty="0"/>
              <a:t>權限</a:t>
            </a:r>
            <a:endParaRPr lang="zh-TW" altLang="en-US" dirty="0"/>
          </a:p>
          <a:p>
            <a:r>
              <a:rPr lang="zh-TW" altLang="en-US" dirty="0"/>
              <a:t>GRANT SELECT ON View_Member_Browsing_Specs TO 'buyers'@'localhost';</a:t>
            </a:r>
          </a:p>
        </p:txBody>
      </p:sp>
    </p:spTree>
    <p:extLst>
      <p:ext uri="{BB962C8B-B14F-4D97-AF65-F5344CB8AC3E}">
        <p14:creationId xmlns:p14="http://schemas.microsoft.com/office/powerpoint/2010/main" val="29435622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847E0-7D73-9528-D6CD-E03EDBC8F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D8CECF59-E373-C643-2A06-CBDE8FFD4D0B}"/>
              </a:ext>
            </a:extLst>
          </p:cNvPr>
          <p:cNvSpPr txBox="1"/>
          <p:nvPr/>
        </p:nvSpPr>
        <p:spPr>
          <a:xfrm>
            <a:off x="11840910" y="6496593"/>
            <a:ext cx="3510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34</a:t>
            </a:r>
            <a:endParaRPr lang="zh-TW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042F893-DDBA-2927-BD77-7EBE29B7F715}"/>
              </a:ext>
            </a:extLst>
          </p:cNvPr>
          <p:cNvSpPr txBox="1"/>
          <p:nvPr/>
        </p:nvSpPr>
        <p:spPr>
          <a:xfrm>
            <a:off x="529542" y="480878"/>
            <a:ext cx="61056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/>
              <a:t>2.</a:t>
            </a:r>
            <a:r>
              <a:rPr lang="zh-TW" altLang="zh-TW"/>
              <a:t>訂單成立與優惠折抵</a:t>
            </a:r>
            <a:endParaRPr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98F0C3CE-BCBB-4CEE-146E-E2E1B6F790FD}"/>
              </a:ext>
            </a:extLst>
          </p:cNvPr>
          <p:cNvSpPr txBox="1"/>
          <p:nvPr/>
        </p:nvSpPr>
        <p:spPr>
          <a:xfrm>
            <a:off x="772610" y="1075948"/>
            <a:ext cx="878702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CREATE VIEW View_Member_Order_Summary AS</a:t>
            </a:r>
          </a:p>
          <a:p>
            <a:r>
              <a:rPr lang="zh-TW" altLang="en-US" dirty="0"/>
              <a:t>SELECT o.memberid AS buyer_member_id, o.order_Id AS order_id, o.totalAmount AS original_amount, o.orderDate AS checkout_time, o.order_status, v.voucherCode AS applied_coupon, v.validUntil AS coupon_expiry</a:t>
            </a:r>
          </a:p>
          <a:p>
            <a:r>
              <a:rPr lang="zh-TW" altLang="en-US" dirty="0"/>
              <a:t>FROM "Order" o</a:t>
            </a:r>
          </a:p>
          <a:p>
            <a:r>
              <a:rPr lang="zh-TW" altLang="en-US" dirty="0"/>
              <a:t>LEFT JOIN Voucher v ON o.voucherId = v.voucher_id</a:t>
            </a:r>
          </a:p>
          <a:p>
            <a:r>
              <a:rPr lang="zh-TW" altLang="en-US" dirty="0"/>
              <a:t>WHERE o.orderDate &gt;= CURRENT_DATE - INTERVAL '35 days' AND o.status != '0’;</a:t>
            </a:r>
          </a:p>
          <a:p>
            <a:r>
              <a:rPr lang="en-US" altLang="zh-TW" dirty="0"/>
              <a:t>--</a:t>
            </a:r>
            <a:r>
              <a:rPr lang="zh-TW" altLang="en-US" dirty="0"/>
              <a:t>權限</a:t>
            </a:r>
          </a:p>
          <a:p>
            <a:r>
              <a:rPr lang="zh-TW" altLang="en-US" dirty="0"/>
              <a:t>GRANT SELECT ON View_Member_Order_Summary TO 'buyers'@'localhost';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DE50BB1D-CD3C-AB98-C6F2-14C38FC43F81}"/>
              </a:ext>
            </a:extLst>
          </p:cNvPr>
          <p:cNvSpPr txBox="1"/>
          <p:nvPr/>
        </p:nvSpPr>
        <p:spPr>
          <a:xfrm>
            <a:off x="772610" y="4272677"/>
            <a:ext cx="1052638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CREATE VIEW </a:t>
            </a:r>
            <a:r>
              <a:rPr lang="en-US" altLang="zh-TW" dirty="0" err="1"/>
              <a:t>View_Member_Payment_Receipt</a:t>
            </a:r>
            <a:r>
              <a:rPr lang="en-US" altLang="zh-TW" dirty="0"/>
              <a:t> AS</a:t>
            </a:r>
          </a:p>
          <a:p>
            <a:r>
              <a:rPr lang="en-US" altLang="zh-TW" dirty="0"/>
              <a:t>SELECT </a:t>
            </a:r>
            <a:r>
              <a:rPr lang="en-US" altLang="zh-TW" dirty="0" err="1"/>
              <a:t>o.memberid</a:t>
            </a:r>
            <a:r>
              <a:rPr lang="en-US" altLang="zh-TW" dirty="0"/>
              <a:t> AS </a:t>
            </a:r>
            <a:r>
              <a:rPr lang="en-US" altLang="zh-TW" dirty="0" err="1"/>
              <a:t>buyer_member_id</a:t>
            </a:r>
            <a:r>
              <a:rPr lang="en-US" altLang="zh-TW" dirty="0"/>
              <a:t>, </a:t>
            </a:r>
            <a:r>
              <a:rPr lang="en-US" altLang="zh-TW" dirty="0" err="1"/>
              <a:t>o.order_Id</a:t>
            </a:r>
            <a:r>
              <a:rPr lang="en-US" altLang="zh-TW" dirty="0"/>
              <a:t> AS </a:t>
            </a:r>
            <a:r>
              <a:rPr lang="en-US" altLang="zh-TW" dirty="0" err="1"/>
              <a:t>order_id</a:t>
            </a:r>
            <a:r>
              <a:rPr lang="en-US" altLang="zh-TW" dirty="0"/>
              <a:t>, </a:t>
            </a:r>
            <a:r>
              <a:rPr lang="en-US" altLang="zh-TW" dirty="0" err="1"/>
              <a:t>pm.payment_id</a:t>
            </a:r>
            <a:r>
              <a:rPr lang="en-US" altLang="zh-TW" dirty="0"/>
              <a:t> AS </a:t>
            </a:r>
            <a:r>
              <a:rPr lang="en-US" altLang="zh-TW" dirty="0" err="1"/>
              <a:t>payment_serial_no</a:t>
            </a:r>
            <a:r>
              <a:rPr lang="en-US" altLang="zh-TW" dirty="0"/>
              <a:t>, </a:t>
            </a:r>
            <a:r>
              <a:rPr lang="en-US" altLang="zh-TW" dirty="0" err="1"/>
              <a:t>pm.amountPaid</a:t>
            </a:r>
            <a:r>
              <a:rPr lang="en-US" altLang="zh-TW" dirty="0"/>
              <a:t> AS </a:t>
            </a:r>
            <a:r>
              <a:rPr lang="en-US" altLang="zh-TW" dirty="0" err="1"/>
              <a:t>actual_paid</a:t>
            </a:r>
            <a:r>
              <a:rPr lang="en-US" altLang="zh-TW" dirty="0"/>
              <a:t>, </a:t>
            </a:r>
            <a:r>
              <a:rPr lang="en-US" altLang="zh-TW" dirty="0" err="1"/>
              <a:t>pm.paymentMethod</a:t>
            </a:r>
            <a:r>
              <a:rPr lang="en-US" altLang="zh-TW" dirty="0"/>
              <a:t> AS </a:t>
            </a:r>
            <a:r>
              <a:rPr lang="en-US" altLang="zh-TW" dirty="0" err="1"/>
              <a:t>pay_method</a:t>
            </a:r>
            <a:r>
              <a:rPr lang="en-US" altLang="zh-TW" dirty="0"/>
              <a:t>, </a:t>
            </a:r>
            <a:r>
              <a:rPr lang="en-US" altLang="zh-TW" dirty="0" err="1"/>
              <a:t>pm.paymentDate</a:t>
            </a:r>
            <a:r>
              <a:rPr lang="en-US" altLang="zh-TW" dirty="0"/>
              <a:t> AS </a:t>
            </a:r>
            <a:r>
              <a:rPr lang="en-US" altLang="zh-TW" dirty="0" err="1"/>
              <a:t>pay_time</a:t>
            </a:r>
            <a:r>
              <a:rPr lang="en-US" altLang="zh-TW" dirty="0"/>
              <a:t>, </a:t>
            </a:r>
            <a:r>
              <a:rPr lang="en-US" altLang="zh-TW" dirty="0" err="1"/>
              <a:t>pm.transactionid</a:t>
            </a:r>
            <a:r>
              <a:rPr lang="en-US" altLang="zh-TW" dirty="0"/>
              <a:t> AS </a:t>
            </a:r>
            <a:r>
              <a:rPr lang="en-US" altLang="zh-TW" dirty="0" err="1"/>
              <a:t>bank_trace_id</a:t>
            </a:r>
            <a:endParaRPr lang="en-US" altLang="zh-TW" dirty="0"/>
          </a:p>
          <a:p>
            <a:r>
              <a:rPr lang="en-US" altLang="zh-TW" dirty="0"/>
              <a:t>FROM "Order" o</a:t>
            </a:r>
          </a:p>
          <a:p>
            <a:r>
              <a:rPr lang="en-US" altLang="zh-TW" dirty="0"/>
              <a:t>JOIN Payment pm ON </a:t>
            </a:r>
            <a:r>
              <a:rPr lang="en-US" altLang="zh-TW" dirty="0" err="1"/>
              <a:t>o.order_Id</a:t>
            </a:r>
            <a:r>
              <a:rPr lang="en-US" altLang="zh-TW" dirty="0"/>
              <a:t> = </a:t>
            </a:r>
            <a:r>
              <a:rPr lang="en-US" altLang="zh-TW" dirty="0" err="1"/>
              <a:t>pm.orderid</a:t>
            </a:r>
            <a:endParaRPr lang="en-US" altLang="zh-TW" dirty="0"/>
          </a:p>
          <a:p>
            <a:r>
              <a:rPr lang="en-US" altLang="zh-TW" dirty="0"/>
              <a:t>WHERE </a:t>
            </a:r>
            <a:r>
              <a:rPr lang="en-US" altLang="zh-TW" dirty="0" err="1"/>
              <a:t>o.orderDate</a:t>
            </a:r>
            <a:r>
              <a:rPr lang="en-US" altLang="zh-TW" dirty="0"/>
              <a:t> &gt;= CURRENT_DATE - INTERVAL '35 days' AND </a:t>
            </a:r>
            <a:r>
              <a:rPr lang="en-US" altLang="zh-TW" dirty="0" err="1"/>
              <a:t>o.status</a:t>
            </a:r>
            <a:r>
              <a:rPr lang="en-US" altLang="zh-TW" dirty="0"/>
              <a:t> != '0’;</a:t>
            </a:r>
          </a:p>
          <a:p>
            <a:r>
              <a:rPr lang="en-US" altLang="zh-TW" dirty="0"/>
              <a:t>--</a:t>
            </a:r>
            <a:r>
              <a:rPr lang="zh-TW" altLang="en-US" dirty="0"/>
              <a:t>權限</a:t>
            </a:r>
            <a:endParaRPr lang="en-US" altLang="zh-TW" dirty="0"/>
          </a:p>
          <a:p>
            <a:r>
              <a:rPr lang="en-US" altLang="zh-TW" dirty="0"/>
              <a:t>GRANT SELECT ON </a:t>
            </a:r>
            <a:r>
              <a:rPr lang="en-US" altLang="zh-TW" dirty="0" err="1"/>
              <a:t>View_Member_Payment_Receipt</a:t>
            </a:r>
            <a:r>
              <a:rPr lang="en-US" altLang="zh-TW" dirty="0"/>
              <a:t> TO '</a:t>
            </a:r>
            <a:r>
              <a:rPr lang="en-US" altLang="zh-TW" dirty="0" err="1"/>
              <a:t>buyers'@'localhost</a:t>
            </a:r>
            <a:r>
              <a:rPr lang="en-US" altLang="zh-TW" dirty="0"/>
              <a:t>';</a:t>
            </a:r>
            <a:endParaRPr lang="zh-TW" altLang="en-US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36D30BE6-2F4A-250E-5C96-BA24BE6E84B2}"/>
              </a:ext>
            </a:extLst>
          </p:cNvPr>
          <p:cNvSpPr txBox="1"/>
          <p:nvPr/>
        </p:nvSpPr>
        <p:spPr>
          <a:xfrm>
            <a:off x="529542" y="3782308"/>
            <a:ext cx="61098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3.</a:t>
            </a:r>
            <a:r>
              <a:rPr lang="zh-TW" altLang="zh-TW" dirty="0"/>
              <a:t>金流支付與安全收據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259909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523F7-07C7-3890-CB20-521AA0160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D7BACA4E-8A8C-DC8F-B49E-005503843D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8355" y="538625"/>
            <a:ext cx="4425760" cy="5330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zh-TW" altLang="en-US" sz="2800" dirty="0">
                <a:solidFill>
                  <a:srgbClr val="1F1F1F"/>
                </a:solidFill>
                <a:latin typeface="+mn-ea"/>
              </a:rPr>
              <a:t>二、團主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1F1F930-0F11-F9F9-D8AC-34E1D61D5344}"/>
              </a:ext>
            </a:extLst>
          </p:cNvPr>
          <p:cNvSpPr txBox="1"/>
          <p:nvPr/>
        </p:nvSpPr>
        <p:spPr>
          <a:xfrm>
            <a:off x="11840910" y="6496593"/>
            <a:ext cx="3510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34</a:t>
            </a:r>
            <a:endParaRPr lang="zh-TW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6090B965-D9BF-5C37-8EC2-A1B7E6621CE7}"/>
              </a:ext>
            </a:extLst>
          </p:cNvPr>
          <p:cNvSpPr txBox="1"/>
          <p:nvPr/>
        </p:nvSpPr>
        <p:spPr>
          <a:xfrm>
            <a:off x="993370" y="1270061"/>
            <a:ext cx="954716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1.</a:t>
            </a:r>
            <a:r>
              <a:rPr lang="zh-TW" altLang="zh-TW" dirty="0"/>
              <a:t>商品庫存</a:t>
            </a:r>
            <a:endParaRPr lang="en-US" altLang="zh-TW" dirty="0"/>
          </a:p>
          <a:p>
            <a:r>
              <a:rPr lang="en-US" altLang="zh-TW" dirty="0"/>
              <a:t>CREATE VIEW </a:t>
            </a:r>
            <a:r>
              <a:rPr lang="en-US" altLang="zh-TW" dirty="0" err="1"/>
              <a:t>View_Leader_Product_Inventory</a:t>
            </a:r>
            <a:r>
              <a:rPr lang="en-US" altLang="zh-TW" dirty="0"/>
              <a:t> AS</a:t>
            </a:r>
          </a:p>
          <a:p>
            <a:r>
              <a:rPr lang="en-US" altLang="zh-TW" dirty="0"/>
              <a:t>SELECT DISTINCT </a:t>
            </a:r>
            <a:r>
              <a:rPr lang="en-US" altLang="zh-TW" dirty="0" err="1"/>
              <a:t>g.creatorId</a:t>
            </a:r>
            <a:r>
              <a:rPr lang="en-US" altLang="zh-TW" dirty="0"/>
              <a:t> AS </a:t>
            </a:r>
            <a:r>
              <a:rPr lang="en-US" altLang="zh-TW" dirty="0" err="1"/>
              <a:t>leader_member_id</a:t>
            </a:r>
            <a:r>
              <a:rPr lang="en-US" altLang="zh-TW" dirty="0"/>
              <a:t>, </a:t>
            </a:r>
            <a:r>
              <a:rPr lang="en-US" altLang="zh-TW" dirty="0" err="1"/>
              <a:t>prod.product_id</a:t>
            </a:r>
            <a:r>
              <a:rPr lang="en-US" altLang="zh-TW" dirty="0"/>
              <a:t>, </a:t>
            </a:r>
            <a:r>
              <a:rPr lang="en-US" altLang="zh-TW" dirty="0" err="1"/>
              <a:t>prod.productName</a:t>
            </a:r>
            <a:r>
              <a:rPr lang="en-US" altLang="zh-TW" dirty="0"/>
              <a:t>, </a:t>
            </a:r>
            <a:r>
              <a:rPr lang="en-US" altLang="zh-TW" dirty="0" err="1"/>
              <a:t>prod.basePrice</a:t>
            </a:r>
            <a:r>
              <a:rPr lang="en-US" altLang="zh-TW" dirty="0"/>
              <a:t>, </a:t>
            </a:r>
            <a:r>
              <a:rPr lang="en-US" altLang="zh-TW" dirty="0" err="1"/>
              <a:t>prod.stockAvailable</a:t>
            </a:r>
            <a:endParaRPr lang="en-US" altLang="zh-TW" dirty="0"/>
          </a:p>
          <a:p>
            <a:r>
              <a:rPr lang="en-US" altLang="zh-TW" dirty="0"/>
              <a:t>FROM Product prod</a:t>
            </a:r>
          </a:p>
          <a:p>
            <a:r>
              <a:rPr lang="en-US" altLang="zh-TW" dirty="0"/>
              <a:t>JOIN </a:t>
            </a:r>
            <a:r>
              <a:rPr lang="en-US" altLang="zh-TW" dirty="0" err="1"/>
              <a:t>ProductSpecification</a:t>
            </a:r>
            <a:r>
              <a:rPr lang="en-US" altLang="zh-TW" dirty="0"/>
              <a:t> </a:t>
            </a:r>
            <a:r>
              <a:rPr lang="en-US" altLang="zh-TW" dirty="0" err="1"/>
              <a:t>ps</a:t>
            </a:r>
            <a:r>
              <a:rPr lang="en-US" altLang="zh-TW" dirty="0"/>
              <a:t> ON </a:t>
            </a:r>
            <a:r>
              <a:rPr lang="en-US" altLang="zh-TW" dirty="0" err="1"/>
              <a:t>prod.product_id</a:t>
            </a:r>
            <a:r>
              <a:rPr lang="en-US" altLang="zh-TW" dirty="0"/>
              <a:t> = </a:t>
            </a:r>
            <a:r>
              <a:rPr lang="en-US" altLang="zh-TW" dirty="0" err="1"/>
              <a:t>ps.productid</a:t>
            </a:r>
            <a:endParaRPr lang="en-US" altLang="zh-TW" dirty="0"/>
          </a:p>
          <a:p>
            <a:r>
              <a:rPr lang="en-US" altLang="zh-TW" dirty="0"/>
              <a:t>JOIN "Order" o ON </a:t>
            </a:r>
            <a:r>
              <a:rPr lang="en-US" altLang="zh-TW" dirty="0" err="1"/>
              <a:t>ps.orderid</a:t>
            </a:r>
            <a:r>
              <a:rPr lang="en-US" altLang="zh-TW" dirty="0"/>
              <a:t> = </a:t>
            </a:r>
            <a:r>
              <a:rPr lang="en-US" altLang="zh-TW" dirty="0" err="1"/>
              <a:t>o.order_Id</a:t>
            </a:r>
            <a:endParaRPr lang="en-US" altLang="zh-TW" dirty="0"/>
          </a:p>
          <a:p>
            <a:r>
              <a:rPr lang="en-US" altLang="zh-TW" dirty="0"/>
              <a:t>JOIN </a:t>
            </a:r>
            <a:r>
              <a:rPr lang="en-US" altLang="zh-TW" dirty="0" err="1"/>
              <a:t>GroupBuyGroup</a:t>
            </a:r>
            <a:r>
              <a:rPr lang="en-US" altLang="zh-TW" dirty="0"/>
              <a:t> g ON </a:t>
            </a:r>
            <a:r>
              <a:rPr lang="en-US" altLang="zh-TW" dirty="0" err="1"/>
              <a:t>o.groupid</a:t>
            </a:r>
            <a:r>
              <a:rPr lang="en-US" altLang="zh-TW" dirty="0"/>
              <a:t> = </a:t>
            </a:r>
            <a:r>
              <a:rPr lang="en-US" altLang="zh-TW" dirty="0" err="1"/>
              <a:t>g.group_id</a:t>
            </a:r>
            <a:r>
              <a:rPr lang="en-US" altLang="zh-TW" dirty="0"/>
              <a:t>;</a:t>
            </a:r>
          </a:p>
          <a:p>
            <a:r>
              <a:rPr lang="en-US" altLang="zh-TW" dirty="0"/>
              <a:t>--</a:t>
            </a:r>
            <a:r>
              <a:rPr lang="zh-TW" altLang="en-US" dirty="0"/>
              <a:t>權限</a:t>
            </a:r>
            <a:endParaRPr lang="en-US" altLang="zh-TW" dirty="0"/>
          </a:p>
          <a:p>
            <a:r>
              <a:rPr lang="en-US" altLang="zh-TW" dirty="0"/>
              <a:t>GRANT SELECT ON </a:t>
            </a:r>
            <a:r>
              <a:rPr lang="en-US" altLang="zh-TW" dirty="0" err="1"/>
              <a:t>View_Leader_Product_Inventory</a:t>
            </a:r>
            <a:r>
              <a:rPr lang="en-US" altLang="zh-TW" dirty="0"/>
              <a:t> TO '</a:t>
            </a:r>
            <a:r>
              <a:rPr lang="en-US" altLang="zh-TW" dirty="0" err="1"/>
              <a:t>leaders'@'localhost</a:t>
            </a:r>
            <a:r>
              <a:rPr lang="en-US" altLang="zh-TW" dirty="0"/>
              <a:t>';</a:t>
            </a:r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387D4CF-8D5A-0F55-C765-9768F7817D95}"/>
              </a:ext>
            </a:extLst>
          </p:cNvPr>
          <p:cNvSpPr txBox="1"/>
          <p:nvPr/>
        </p:nvSpPr>
        <p:spPr>
          <a:xfrm>
            <a:off x="993370" y="4326768"/>
            <a:ext cx="1006255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2.</a:t>
            </a:r>
            <a:r>
              <a:rPr lang="zh-TW" altLang="zh-TW" dirty="0"/>
              <a:t>開團活動</a:t>
            </a:r>
            <a:endParaRPr lang="en-US" altLang="zh-TW" dirty="0"/>
          </a:p>
          <a:p>
            <a:r>
              <a:rPr lang="en-US" altLang="zh-TW" dirty="0"/>
              <a:t>CREATE VIEW </a:t>
            </a:r>
            <a:r>
              <a:rPr lang="en-US" altLang="zh-TW" dirty="0" err="1"/>
              <a:t>View_Leader_Active_Campaigns</a:t>
            </a:r>
            <a:r>
              <a:rPr lang="en-US" altLang="zh-TW" dirty="0"/>
              <a:t> AS</a:t>
            </a:r>
          </a:p>
          <a:p>
            <a:r>
              <a:rPr lang="en-US" altLang="zh-TW" dirty="0"/>
              <a:t>SELECT </a:t>
            </a:r>
            <a:r>
              <a:rPr lang="en-US" altLang="zh-TW" dirty="0" err="1"/>
              <a:t>g.creatorId</a:t>
            </a:r>
            <a:r>
              <a:rPr lang="en-US" altLang="zh-TW" dirty="0"/>
              <a:t> AS </a:t>
            </a:r>
            <a:r>
              <a:rPr lang="en-US" altLang="zh-TW" dirty="0" err="1"/>
              <a:t>leader_member_id</a:t>
            </a:r>
            <a:r>
              <a:rPr lang="en-US" altLang="zh-TW" dirty="0"/>
              <a:t>, </a:t>
            </a:r>
            <a:r>
              <a:rPr lang="en-US" altLang="zh-TW" dirty="0" err="1"/>
              <a:t>g.group_id</a:t>
            </a:r>
            <a:r>
              <a:rPr lang="en-US" altLang="zh-TW" dirty="0"/>
              <a:t> AS </a:t>
            </a:r>
            <a:r>
              <a:rPr lang="en-US" altLang="zh-TW" dirty="0" err="1"/>
              <a:t>campaign_id</a:t>
            </a:r>
            <a:r>
              <a:rPr lang="en-US" altLang="zh-TW" dirty="0"/>
              <a:t>, </a:t>
            </a:r>
            <a:r>
              <a:rPr lang="en-US" altLang="zh-TW" dirty="0" err="1"/>
              <a:t>g.groupName</a:t>
            </a:r>
            <a:r>
              <a:rPr lang="en-US" altLang="zh-TW" dirty="0"/>
              <a:t> AS </a:t>
            </a:r>
            <a:r>
              <a:rPr lang="en-US" altLang="zh-TW" dirty="0" err="1"/>
              <a:t>campaign_title</a:t>
            </a:r>
            <a:r>
              <a:rPr lang="en-US" altLang="zh-TW" dirty="0"/>
              <a:t>, </a:t>
            </a:r>
            <a:r>
              <a:rPr lang="en-US" altLang="zh-TW" dirty="0" err="1"/>
              <a:t>g.creationDate</a:t>
            </a:r>
            <a:r>
              <a:rPr lang="en-US" altLang="zh-TW" dirty="0"/>
              <a:t>, </a:t>
            </a:r>
            <a:r>
              <a:rPr lang="en-US" altLang="zh-TW" dirty="0" err="1"/>
              <a:t>g.deadlineDate</a:t>
            </a:r>
            <a:r>
              <a:rPr lang="en-US" altLang="zh-TW" dirty="0"/>
              <a:t>, </a:t>
            </a:r>
            <a:r>
              <a:rPr lang="en-US" altLang="zh-TW" dirty="0" err="1"/>
              <a:t>g.state</a:t>
            </a:r>
            <a:r>
              <a:rPr lang="en-US" altLang="zh-TW" dirty="0"/>
              <a:t> AS </a:t>
            </a:r>
            <a:r>
              <a:rPr lang="en-US" altLang="zh-TW" dirty="0" err="1"/>
              <a:t>campaign_state</a:t>
            </a:r>
            <a:endParaRPr lang="en-US" altLang="zh-TW" dirty="0"/>
          </a:p>
          <a:p>
            <a:r>
              <a:rPr lang="en-US" altLang="zh-TW" dirty="0"/>
              <a:t>FROM </a:t>
            </a:r>
            <a:r>
              <a:rPr lang="en-US" altLang="zh-TW" dirty="0" err="1"/>
              <a:t>GroupBuyGroup</a:t>
            </a:r>
            <a:r>
              <a:rPr lang="en-US" altLang="zh-TW" dirty="0"/>
              <a:t> g</a:t>
            </a:r>
          </a:p>
          <a:p>
            <a:r>
              <a:rPr lang="en-US" altLang="zh-TW" dirty="0"/>
              <a:t>WHERE </a:t>
            </a:r>
            <a:r>
              <a:rPr lang="en-US" altLang="zh-TW" dirty="0" err="1"/>
              <a:t>g.creationDate</a:t>
            </a:r>
            <a:r>
              <a:rPr lang="en-US" altLang="zh-TW" dirty="0"/>
              <a:t> &gt;= CURRENT_DATE - INTERVAL '35 days' AND </a:t>
            </a:r>
            <a:r>
              <a:rPr lang="en-US" altLang="zh-TW" dirty="0" err="1"/>
              <a:t>g.state</a:t>
            </a:r>
            <a:r>
              <a:rPr lang="en-US" altLang="zh-TW" dirty="0"/>
              <a:t> != '0’;</a:t>
            </a:r>
          </a:p>
          <a:p>
            <a:r>
              <a:rPr lang="en-US" altLang="zh-TW" dirty="0"/>
              <a:t>--</a:t>
            </a:r>
            <a:r>
              <a:rPr lang="zh-TW" altLang="en-US" dirty="0"/>
              <a:t>權限</a:t>
            </a:r>
            <a:endParaRPr lang="en-US" altLang="zh-TW" dirty="0"/>
          </a:p>
          <a:p>
            <a:r>
              <a:rPr lang="en-US" altLang="zh-TW" dirty="0"/>
              <a:t>GRANT SELECT ON </a:t>
            </a:r>
            <a:r>
              <a:rPr lang="en-US" altLang="zh-TW" dirty="0" err="1"/>
              <a:t>View_Leader_Active_Campaigns</a:t>
            </a:r>
            <a:r>
              <a:rPr lang="en-US" altLang="zh-TW" dirty="0"/>
              <a:t> TO '</a:t>
            </a:r>
            <a:r>
              <a:rPr lang="en-US" altLang="zh-TW" dirty="0" err="1"/>
              <a:t>leaders'@'localhost</a:t>
            </a:r>
            <a:r>
              <a:rPr lang="en-US" altLang="zh-TW" dirty="0"/>
              <a:t>';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121011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9AA49-B126-4688-D409-1E7F163AC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6231777C-DD99-A5F8-B1E1-759FBCA2824C}"/>
              </a:ext>
            </a:extLst>
          </p:cNvPr>
          <p:cNvSpPr txBox="1"/>
          <p:nvPr/>
        </p:nvSpPr>
        <p:spPr>
          <a:xfrm>
            <a:off x="11840910" y="6496593"/>
            <a:ext cx="3510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34</a:t>
            </a:r>
            <a:endParaRPr lang="zh-TW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3E5446E9-9CF3-85B2-0C6C-F8009E1EBE39}"/>
              </a:ext>
            </a:extLst>
          </p:cNvPr>
          <p:cNvSpPr txBox="1"/>
          <p:nvPr/>
        </p:nvSpPr>
        <p:spPr>
          <a:xfrm>
            <a:off x="544483" y="455413"/>
            <a:ext cx="61098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3.</a:t>
            </a:r>
            <a:r>
              <a:rPr lang="zh-TW" altLang="zh-TW" dirty="0"/>
              <a:t>貼文</a:t>
            </a:r>
            <a:endParaRPr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06B92DD6-A1D5-77D5-644F-2682489C0AA6}"/>
              </a:ext>
            </a:extLst>
          </p:cNvPr>
          <p:cNvSpPr txBox="1"/>
          <p:nvPr/>
        </p:nvSpPr>
        <p:spPr>
          <a:xfrm>
            <a:off x="827115" y="971356"/>
            <a:ext cx="878598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CREATE VIEW View_Leader_Marketing_Posts AS</a:t>
            </a:r>
          </a:p>
          <a:p>
            <a:r>
              <a:rPr lang="zh-TW" altLang="en-US" dirty="0"/>
              <a:t>SELECT post.memberId AS leader_member_id, post.postid_id AS post_id, post.postDate, post.text_content AS post_content, g.group_id AS linked_campaign_id, g.groupName AS linked_campaign_title</a:t>
            </a:r>
          </a:p>
          <a:p>
            <a:r>
              <a:rPr lang="zh-TW" altLang="en-US" dirty="0"/>
              <a:t>FROM DiscussionPost post</a:t>
            </a:r>
          </a:p>
          <a:p>
            <a:r>
              <a:rPr lang="zh-TW" altLang="en-US" dirty="0"/>
              <a:t>JOIN GroupBuyGroup g ON post.groupid = g.group_id</a:t>
            </a:r>
          </a:p>
          <a:p>
            <a:r>
              <a:rPr lang="zh-TW" altLang="en-US" dirty="0"/>
              <a:t>WHERE post.postDate &gt;= CURRENT_DATE - INTERVAL '35 days' AND g.state != '0’;</a:t>
            </a:r>
          </a:p>
          <a:p>
            <a:r>
              <a:rPr lang="en-US" altLang="zh-TW" dirty="0"/>
              <a:t>--</a:t>
            </a:r>
            <a:r>
              <a:rPr lang="zh-TW" altLang="en-US" dirty="0"/>
              <a:t>權限</a:t>
            </a:r>
          </a:p>
          <a:p>
            <a:r>
              <a:rPr lang="zh-TW" altLang="en-US" dirty="0"/>
              <a:t>GRANT SELECT ON View_Leader_Marketing_Posts TO 'leaders'@'localhost';</a:t>
            </a:r>
          </a:p>
        </p:txBody>
      </p:sp>
    </p:spTree>
    <p:extLst>
      <p:ext uri="{BB962C8B-B14F-4D97-AF65-F5344CB8AC3E}">
        <p14:creationId xmlns:p14="http://schemas.microsoft.com/office/powerpoint/2010/main" val="33380361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4FA46-276C-2B90-40CD-F4136662C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607E80BB-4A02-5E2A-4379-5A65010FAE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0033" y="383002"/>
            <a:ext cx="4986198" cy="60191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zh-TW" altLang="en-US" sz="2800" dirty="0">
                <a:solidFill>
                  <a:srgbClr val="1F1F1F"/>
                </a:solidFill>
              </a:rPr>
              <a:t>三、團購系統</a:t>
            </a:r>
            <a:endParaRPr lang="zh-TW" altLang="en-US" sz="2800" dirty="0">
              <a:solidFill>
                <a:srgbClr val="1F1F1F"/>
              </a:solidFill>
              <a:latin typeface="+mn-ea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567BA3B-34B9-845A-879C-110A6467BED9}"/>
              </a:ext>
            </a:extLst>
          </p:cNvPr>
          <p:cNvSpPr txBox="1"/>
          <p:nvPr/>
        </p:nvSpPr>
        <p:spPr>
          <a:xfrm>
            <a:off x="11840910" y="6496593"/>
            <a:ext cx="3510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34</a:t>
            </a:r>
            <a:endParaRPr lang="zh-TW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7FDD688-CAA0-549C-9E29-0898327C607F}"/>
              </a:ext>
            </a:extLst>
          </p:cNvPr>
          <p:cNvSpPr txBox="1"/>
          <p:nvPr/>
        </p:nvSpPr>
        <p:spPr>
          <a:xfrm>
            <a:off x="1059872" y="1137058"/>
            <a:ext cx="61098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1.</a:t>
            </a:r>
            <a:r>
              <a:rPr lang="zh-TW" altLang="zh-TW" dirty="0"/>
              <a:t>瀏覽團購活動</a:t>
            </a:r>
            <a:r>
              <a:rPr lang="en-US" altLang="zh-TW" dirty="0"/>
              <a:t>(</a:t>
            </a:r>
            <a:r>
              <a:rPr lang="zh-TW" altLang="en-US" dirty="0"/>
              <a:t>會員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B53F4AF-D7E4-52BD-81E9-8C1EDEB68F98}"/>
              </a:ext>
            </a:extLst>
          </p:cNvPr>
          <p:cNvSpPr txBox="1"/>
          <p:nvPr/>
        </p:nvSpPr>
        <p:spPr>
          <a:xfrm>
            <a:off x="1218815" y="1658527"/>
            <a:ext cx="1062209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CREATE VIEW View_Active_GroupBuy_List AS</a:t>
            </a:r>
          </a:p>
          <a:p>
            <a:r>
              <a:rPr lang="zh-TW" altLang="en-US" dirty="0"/>
              <a:t>SELECT g.group_id, g.groupName AS group_title, g.description, g.creationDate, g.deadlineDate, g.state AS group_state, leader_acc.username AS leader_username, gp.groupProduct_id, gp.productId AS product_id, prod.productName AS product_name, gp.groupPrice AS group_price, prod.basePrice AS original_price, gp.groupStock AS stock_available, prod.minPurchaseQty AS min_purchase_qty</a:t>
            </a:r>
          </a:p>
          <a:p>
            <a:r>
              <a:rPr lang="zh-TW" altLang="en-US" dirty="0"/>
              <a:t>FROM GroupBuyGroup g</a:t>
            </a:r>
          </a:p>
          <a:p>
            <a:r>
              <a:rPr lang="zh-TW" altLang="en-US" dirty="0"/>
              <a:t>JOIN Member leader_m ON g.creatorId = leader_m.member_id</a:t>
            </a:r>
          </a:p>
          <a:p>
            <a:r>
              <a:rPr lang="zh-TW" altLang="en-US" dirty="0"/>
              <a:t>JOIN Account leader_acc ON leader_m.accountid = leader_acc.account_Id</a:t>
            </a:r>
          </a:p>
          <a:p>
            <a:r>
              <a:rPr lang="zh-TW" altLang="en-US" dirty="0"/>
              <a:t>LEFT JOIN GroupProduct gp ON g.group_id = gp.groupId</a:t>
            </a:r>
          </a:p>
          <a:p>
            <a:r>
              <a:rPr lang="zh-TW" altLang="en-US" dirty="0"/>
              <a:t>LEFT JOIN Product prod ON gp.productId = prod.product_id</a:t>
            </a:r>
          </a:p>
          <a:p>
            <a:r>
              <a:rPr lang="zh-TW" altLang="en-US" dirty="0"/>
              <a:t>WHERE g.state = '1' AND g.deadlineDate &gt;= CURRENT_TIMESTAMP;</a:t>
            </a:r>
          </a:p>
          <a:p>
            <a:r>
              <a:rPr lang="en-US" altLang="zh-TW" dirty="0"/>
              <a:t>--</a:t>
            </a:r>
            <a:r>
              <a:rPr lang="zh-TW" altLang="en-US" dirty="0"/>
              <a:t>權限</a:t>
            </a:r>
          </a:p>
          <a:p>
            <a:r>
              <a:rPr lang="zh-TW" altLang="en-US" dirty="0"/>
              <a:t>GRANT SELECT ON View_Active_GroupBuy_List TO 'buyers'@'localhost';</a:t>
            </a:r>
          </a:p>
        </p:txBody>
      </p:sp>
    </p:spTree>
    <p:extLst>
      <p:ext uri="{BB962C8B-B14F-4D97-AF65-F5344CB8AC3E}">
        <p14:creationId xmlns:p14="http://schemas.microsoft.com/office/powerpoint/2010/main" val="6832051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D98EA-C9F9-2256-3900-8879C738A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74F3927F-5C15-BFF1-EB6D-E28BEE2AAFA3}"/>
              </a:ext>
            </a:extLst>
          </p:cNvPr>
          <p:cNvSpPr txBox="1"/>
          <p:nvPr/>
        </p:nvSpPr>
        <p:spPr>
          <a:xfrm>
            <a:off x="11840910" y="6496593"/>
            <a:ext cx="3510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34</a:t>
            </a:r>
            <a:endParaRPr lang="zh-TW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D94FD7B3-4FF2-402C-3259-220DAA8088BD}"/>
              </a:ext>
            </a:extLst>
          </p:cNvPr>
          <p:cNvSpPr txBox="1"/>
          <p:nvPr/>
        </p:nvSpPr>
        <p:spPr>
          <a:xfrm>
            <a:off x="677487" y="621668"/>
            <a:ext cx="61098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2.</a:t>
            </a:r>
            <a:r>
              <a:rPr lang="zh-TW" altLang="zh-TW" dirty="0"/>
              <a:t>商品規格選</a:t>
            </a:r>
            <a:r>
              <a:rPr lang="en-US" altLang="zh-TW" dirty="0"/>
              <a:t>(</a:t>
            </a:r>
            <a:r>
              <a:rPr lang="zh-TW" altLang="en-US" dirty="0"/>
              <a:t>會員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249A16EB-87E9-24D0-6A46-CB7D8F6B4AE3}"/>
              </a:ext>
            </a:extLst>
          </p:cNvPr>
          <p:cNvSpPr txBox="1"/>
          <p:nvPr/>
        </p:nvSpPr>
        <p:spPr>
          <a:xfrm>
            <a:off x="926869" y="1154096"/>
            <a:ext cx="856626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CREATE VIEW View_GroupProduct_Spec_Options AS</a:t>
            </a:r>
          </a:p>
          <a:p>
            <a:r>
              <a:rPr lang="zh-TW" altLang="en-US" dirty="0"/>
              <a:t>SELECT DISTINCT gp.groupId AS group_id, gp.productId AS product_id, ps.group_name AS spec_category, ps.option_code, ps.option_name</a:t>
            </a:r>
          </a:p>
          <a:p>
            <a:r>
              <a:rPr lang="zh-TW" altLang="en-US" dirty="0"/>
              <a:t>FROM GroupProduct gp</a:t>
            </a:r>
          </a:p>
          <a:p>
            <a:r>
              <a:rPr lang="zh-TW" altLang="en-US" dirty="0"/>
              <a:t>JOIN ProductSpecification ps ON gp.productId = ps.productid;</a:t>
            </a:r>
          </a:p>
          <a:p>
            <a:r>
              <a:rPr lang="en-US" altLang="zh-TW" dirty="0"/>
              <a:t>--</a:t>
            </a:r>
            <a:r>
              <a:rPr lang="zh-TW" altLang="en-US" dirty="0"/>
              <a:t>權限</a:t>
            </a:r>
          </a:p>
          <a:p>
            <a:r>
              <a:rPr lang="zh-TW" altLang="en-US" dirty="0"/>
              <a:t>GRANT SELECT ON View_GroupProduct_Spec_Options TO 'buyers'@'localhost';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ED7CFA94-A586-6CED-FC1F-2324C39D40FA}"/>
              </a:ext>
            </a:extLst>
          </p:cNvPr>
          <p:cNvSpPr txBox="1"/>
          <p:nvPr/>
        </p:nvSpPr>
        <p:spPr>
          <a:xfrm>
            <a:off x="677487" y="3429000"/>
            <a:ext cx="61098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3.</a:t>
            </a:r>
            <a:r>
              <a:rPr lang="zh-TW" altLang="zh-TW" dirty="0"/>
              <a:t>開團商品庫存</a:t>
            </a:r>
            <a:r>
              <a:rPr lang="en-US" altLang="zh-TW" dirty="0"/>
              <a:t>(</a:t>
            </a:r>
            <a:r>
              <a:rPr lang="zh-TW" altLang="en-US" dirty="0"/>
              <a:t>團主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5BFB8D6F-C0E6-FE0E-2EC1-F9FD28CD0D4B}"/>
              </a:ext>
            </a:extLst>
          </p:cNvPr>
          <p:cNvSpPr txBox="1"/>
          <p:nvPr/>
        </p:nvSpPr>
        <p:spPr>
          <a:xfrm>
            <a:off x="926869" y="3911270"/>
            <a:ext cx="1058764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CREATE VIEW View_Leader_GroupProduct_Inventory AS</a:t>
            </a:r>
          </a:p>
          <a:p>
            <a:r>
              <a:rPr lang="zh-TW" altLang="en-US" dirty="0"/>
              <a:t>SELECT g.creatorId AS leader_member_id, g.group_id, g.groupName AS group_title, g.state AS group_state, gp.groupProduct_id AS group_product_id, prod.product_id, prod.productName AS product_name, gp.groupPrice AS group_price, prod.basePrice AS original_price, gp.groupStock AS group_stock, prod.stockAvailable AS total_stock_on_hand</a:t>
            </a:r>
          </a:p>
          <a:p>
            <a:r>
              <a:rPr lang="zh-TW" altLang="en-US" dirty="0"/>
              <a:t>FROM GroupBuyGroup g</a:t>
            </a:r>
          </a:p>
          <a:p>
            <a:r>
              <a:rPr lang="zh-TW" altLang="en-US" dirty="0"/>
              <a:t>JOIN GroupProduct gp ON g.group_id = gp.groupId</a:t>
            </a:r>
          </a:p>
          <a:p>
            <a:r>
              <a:rPr lang="zh-TW" altLang="en-US" dirty="0"/>
              <a:t>JOIN Product prod ON gp.productId = prod.product_id;</a:t>
            </a:r>
          </a:p>
          <a:p>
            <a:r>
              <a:rPr lang="en-US" altLang="zh-TW" dirty="0"/>
              <a:t>--</a:t>
            </a:r>
            <a:r>
              <a:rPr lang="zh-TW" altLang="en-US" dirty="0"/>
              <a:t>權限</a:t>
            </a:r>
          </a:p>
          <a:p>
            <a:r>
              <a:rPr lang="zh-TW" altLang="en-US" dirty="0"/>
              <a:t>GRANT SELECT ON View_Leader_GroupProduct_Inventory TO 'leaders'@'localhost';</a:t>
            </a:r>
          </a:p>
        </p:txBody>
      </p:sp>
    </p:spTree>
    <p:extLst>
      <p:ext uri="{BB962C8B-B14F-4D97-AF65-F5344CB8AC3E}">
        <p14:creationId xmlns:p14="http://schemas.microsoft.com/office/powerpoint/2010/main" val="24904999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02107-94CE-20B8-681B-AD51B9DE4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349B3873-E76E-F6B6-5544-297FEC71D53F}"/>
              </a:ext>
            </a:extLst>
          </p:cNvPr>
          <p:cNvSpPr txBox="1"/>
          <p:nvPr/>
        </p:nvSpPr>
        <p:spPr>
          <a:xfrm>
            <a:off x="11840910" y="6496593"/>
            <a:ext cx="3510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34</a:t>
            </a:r>
            <a:endParaRPr lang="zh-TW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F77C5953-F8A0-19B2-0E1E-6555EE4DE93B}"/>
              </a:ext>
            </a:extLst>
          </p:cNvPr>
          <p:cNvSpPr txBox="1"/>
          <p:nvPr/>
        </p:nvSpPr>
        <p:spPr>
          <a:xfrm>
            <a:off x="843742" y="621668"/>
            <a:ext cx="61098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4.</a:t>
            </a:r>
            <a:r>
              <a:rPr lang="zh-TW" altLang="zh-TW" dirty="0"/>
              <a:t>團訂單統</a:t>
            </a:r>
            <a:r>
              <a:rPr lang="zh-TW" altLang="en-US" dirty="0"/>
              <a:t>計</a:t>
            </a:r>
            <a:r>
              <a:rPr lang="en-US" altLang="zh-TW" dirty="0"/>
              <a:t>(</a:t>
            </a:r>
            <a:r>
              <a:rPr lang="zh-TW" altLang="en-US" dirty="0"/>
              <a:t>團主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9A4C2640-E0F2-0836-6264-201681A17A22}"/>
              </a:ext>
            </a:extLst>
          </p:cNvPr>
          <p:cNvSpPr txBox="1"/>
          <p:nvPr/>
        </p:nvSpPr>
        <p:spPr>
          <a:xfrm>
            <a:off x="1246909" y="1403756"/>
            <a:ext cx="846651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CREATE VIEW View_Leader_Campaign_Orders AS</a:t>
            </a:r>
          </a:p>
          <a:p>
            <a:r>
              <a:rPr lang="zh-TW" altLang="en-US" dirty="0"/>
              <a:t>SELECT g.creatorId AS leader_member_id, g.group_id, g.groupName AS group_title, o.order_Id AS order_id, o.memberid AS buyer_member_id, buyer_acc.username AS buyer_username, o.totalAmount AS total_amount, o.orderDate AS order_date, o.status AS order_status</a:t>
            </a:r>
          </a:p>
          <a:p>
            <a:r>
              <a:rPr lang="zh-TW" altLang="en-US" dirty="0"/>
              <a:t>FROM GroupBuyGroup g</a:t>
            </a:r>
          </a:p>
          <a:p>
            <a:r>
              <a:rPr lang="zh-TW" altLang="en-US" dirty="0"/>
              <a:t>JOIN "Order" o ON g.group_id = o.groupid</a:t>
            </a:r>
          </a:p>
          <a:p>
            <a:r>
              <a:rPr lang="zh-TW" altLang="en-US" dirty="0"/>
              <a:t>JOIN Member buyer_m ON o.memberid = buyer_m.member_id</a:t>
            </a:r>
          </a:p>
          <a:p>
            <a:r>
              <a:rPr lang="zh-TW" altLang="en-US" dirty="0"/>
              <a:t>JOIN Account buyer_acc ON buyer_m.accountid = buyer_acc.account_Id</a:t>
            </a:r>
          </a:p>
          <a:p>
            <a:r>
              <a:rPr lang="zh-TW" altLang="en-US" dirty="0"/>
              <a:t>WHERE o.status != '0’;</a:t>
            </a:r>
          </a:p>
          <a:p>
            <a:r>
              <a:rPr lang="en-US" altLang="zh-TW" dirty="0"/>
              <a:t>--</a:t>
            </a:r>
            <a:r>
              <a:rPr lang="zh-TW" altLang="en-US" dirty="0"/>
              <a:t>權限</a:t>
            </a:r>
          </a:p>
          <a:p>
            <a:r>
              <a:rPr lang="zh-TW" altLang="en-US" dirty="0"/>
              <a:t>GRANT SELECT ON View_Leader_Campaign_Orders TO 'leaders'@'localhost';</a:t>
            </a:r>
          </a:p>
        </p:txBody>
      </p:sp>
    </p:spTree>
    <p:extLst>
      <p:ext uri="{BB962C8B-B14F-4D97-AF65-F5344CB8AC3E}">
        <p14:creationId xmlns:p14="http://schemas.microsoft.com/office/powerpoint/2010/main" val="1621514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52161D-BFF3-CB78-62D9-0C9489F48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5248" y="2768600"/>
            <a:ext cx="8596668" cy="1320800"/>
          </a:xfrm>
        </p:spPr>
        <p:txBody>
          <a:bodyPr>
            <a:normAutofit/>
          </a:bodyPr>
          <a:lstStyle/>
          <a:p>
            <a:r>
              <a:rPr lang="zh-TW" altLang="en-US" sz="6000" dirty="0">
                <a:solidFill>
                  <a:schemeClr val="tx1"/>
                </a:solidFill>
              </a:rPr>
              <a:t>感謝聆聽</a:t>
            </a:r>
          </a:p>
        </p:txBody>
      </p:sp>
    </p:spTree>
    <p:extLst>
      <p:ext uri="{BB962C8B-B14F-4D97-AF65-F5344CB8AC3E}">
        <p14:creationId xmlns:p14="http://schemas.microsoft.com/office/powerpoint/2010/main" val="3787390960"/>
      </p:ext>
    </p:extLst>
  </p:cSld>
  <p:clrMapOvr>
    <a:masterClrMapping/>
  </p:clrMapOvr>
</p:sld>
</file>

<file path=ppt/theme/theme1.xml><?xml version="1.0" encoding="utf-8"?>
<a:theme xmlns:a="http://schemas.openxmlformats.org/drawingml/2006/main" name="多面向">
  <a:themeElements>
    <a:clrScheme name="暖調藍色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自訂 1">
      <a:majorFont>
        <a:latin typeface="標楷體"/>
        <a:ea typeface="標楷體"/>
        <a:cs typeface=""/>
      </a:majorFont>
      <a:minorFont>
        <a:latin typeface="標楷體"/>
        <a:ea typeface="標楷體"/>
        <a:cs typeface=""/>
      </a:minorFont>
    </a:fontScheme>
    <a:fmtScheme name="多面向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1675</TotalTime>
  <Words>5264</Words>
  <Application>Microsoft Office PowerPoint</Application>
  <PresentationFormat>寬螢幕</PresentationFormat>
  <Paragraphs>826</Paragraphs>
  <Slides>35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35</vt:i4>
      </vt:variant>
    </vt:vector>
  </HeadingPairs>
  <TitlesOfParts>
    <vt:vector size="44" baseType="lpstr">
      <vt:lpstr>Google Sans Text</vt:lpstr>
      <vt:lpstr>標楷體</vt:lpstr>
      <vt:lpstr>Arial</vt:lpstr>
      <vt:lpstr>Calibri</vt:lpstr>
      <vt:lpstr>Courier New</vt:lpstr>
      <vt:lpstr>Times New Roman</vt:lpstr>
      <vt:lpstr>Wingdings</vt:lpstr>
      <vt:lpstr>Wingdings 3</vt:lpstr>
      <vt:lpstr>多面向</vt:lpstr>
      <vt:lpstr>團購系統</vt:lpstr>
      <vt:lpstr>目錄</vt:lpstr>
      <vt:lpstr>系統需求說明 </vt:lpstr>
      <vt:lpstr>PowerPoint 簡報</vt:lpstr>
      <vt:lpstr>PowerPoint 簡報</vt:lpstr>
      <vt:lpstr>完整 ER 圖 </vt:lpstr>
      <vt:lpstr>schema</vt:lpstr>
      <vt:lpstr>完整性限制與SQL</vt:lpstr>
      <vt:lpstr>二、 團購實體 </vt:lpstr>
      <vt:lpstr>三、 成員實體 </vt:lpstr>
      <vt:lpstr>四、 訂單實體 </vt:lpstr>
      <vt:lpstr>五、 商品實體 </vt:lpstr>
      <vt:lpstr>六、 商品規格實體 </vt:lpstr>
      <vt:lpstr>七、 優惠卷實體</vt:lpstr>
      <vt:lpstr>八、 付款實體 </vt:lpstr>
      <vt:lpstr>九、團購價實體 </vt:lpstr>
      <vt:lpstr>資料概念層模型  </vt:lpstr>
      <vt:lpstr>三、 成員實體與訂單實體之間的關聯 </vt:lpstr>
      <vt:lpstr>五、 商品實體與團購實體之間的關聯 </vt:lpstr>
      <vt:lpstr>七、 成員實體與團購實體之間的關聯 </vt:lpstr>
      <vt:lpstr>九、 訂單實體與商品規格實體之間的關聯 </vt:lpstr>
      <vt:lpstr>十一、 成員實體與帳號實體之間的關聯 </vt:lpstr>
      <vt:lpstr>實體資料</vt:lpstr>
      <vt:lpstr>三、 團購實體表 (GroupBuyGroup)</vt:lpstr>
      <vt:lpstr>五、 優惠卷實體圖 (Voucher)</vt:lpstr>
      <vt:lpstr>七、 訂單實體表 (Order)</vt:lpstr>
      <vt:lpstr>九、 付款資訊實體表 (Payment) </vt:lpstr>
      <vt:lpstr>一、會員</vt:lpstr>
      <vt:lpstr>PowerPoint 簡報</vt:lpstr>
      <vt:lpstr>二、團主</vt:lpstr>
      <vt:lpstr>PowerPoint 簡報</vt:lpstr>
      <vt:lpstr>三、團購系統</vt:lpstr>
      <vt:lpstr>PowerPoint 簡報</vt:lpstr>
      <vt:lpstr>PowerPoint 簡報</vt:lpstr>
      <vt:lpstr>感謝聆聽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團購系統</dc:title>
  <dc:creator>yuuu._. Y</dc:creator>
  <cp:lastModifiedBy>李彩甄</cp:lastModifiedBy>
  <cp:revision>41</cp:revision>
  <dcterms:created xsi:type="dcterms:W3CDTF">2026-06-11T04:37:06Z</dcterms:created>
  <dcterms:modified xsi:type="dcterms:W3CDTF">2026-06-20T18:05:01Z</dcterms:modified>
</cp:coreProperties>
</file>